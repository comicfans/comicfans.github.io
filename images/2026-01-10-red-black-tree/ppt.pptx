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</p:sldIdLst>
  <p:sldSz cx="13716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6" autoAdjust="0"/>
    <p:restoredTop sz="94660"/>
  </p:normalViewPr>
  <p:slideViewPr>
    <p:cSldViewPr snapToGrid="0">
      <p:cViewPr>
        <p:scale>
          <a:sx n="100" d="100"/>
          <a:sy n="100" d="100"/>
        </p:scale>
        <p:origin x="1758" y="1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14500" y="1122363"/>
            <a:ext cx="10287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14500" y="3602038"/>
            <a:ext cx="10287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0DEBB-0D6B-4341-BB60-B32C337DADCF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35E21-E922-4ACC-AF55-2EE7E6D98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686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0DEBB-0D6B-4341-BB60-B32C337DADCF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35E21-E922-4ACC-AF55-2EE7E6D98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771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5831" y="1709739"/>
            <a:ext cx="1183005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5831" y="4589464"/>
            <a:ext cx="1183005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0DEBB-0D6B-4341-BB60-B32C337DADCF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35E21-E922-4ACC-AF55-2EE7E6D98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266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75" y="1825625"/>
            <a:ext cx="58293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43725" y="1825625"/>
            <a:ext cx="58293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0DEBB-0D6B-4341-BB60-B32C337DADCF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35E21-E922-4ACC-AF55-2EE7E6D98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3244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365126"/>
            <a:ext cx="1183005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4762" y="1681163"/>
            <a:ext cx="580251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4762" y="2505075"/>
            <a:ext cx="580251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43725" y="1681163"/>
            <a:ext cx="58310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43725" y="2505075"/>
            <a:ext cx="58310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0DEBB-0D6B-4341-BB60-B32C337DADCF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35E21-E922-4ACC-AF55-2EE7E6D98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5517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0DEBB-0D6B-4341-BB60-B32C337DADCF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35E21-E922-4ACC-AF55-2EE7E6D98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8512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0DEBB-0D6B-4341-BB60-B32C337DADCF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35E21-E922-4ACC-AF55-2EE7E6D98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842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457200"/>
            <a:ext cx="4423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31087" y="987426"/>
            <a:ext cx="694372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2" y="2057400"/>
            <a:ext cx="4423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0DEBB-0D6B-4341-BB60-B32C337DADCF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35E21-E922-4ACC-AF55-2EE7E6D98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3144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457200"/>
            <a:ext cx="4423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31087" y="987426"/>
            <a:ext cx="6943725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2" y="2057400"/>
            <a:ext cx="4423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0DEBB-0D6B-4341-BB60-B32C337DADCF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35E21-E922-4ACC-AF55-2EE7E6D98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0475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0DEBB-0D6B-4341-BB60-B32C337DADCF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35E21-E922-4ACC-AF55-2EE7E6D98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6060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15512" y="365125"/>
            <a:ext cx="2957513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5" y="365125"/>
            <a:ext cx="8701088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0DEBB-0D6B-4341-BB60-B32C337DADCF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35E21-E922-4ACC-AF55-2EE7E6D98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7291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2975" y="365126"/>
            <a:ext cx="1183005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2975" y="1825625"/>
            <a:ext cx="1183005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2975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E0DEBB-0D6B-4341-BB60-B32C337DADCF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43425" y="6356351"/>
            <a:ext cx="46291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86925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435E21-E922-4ACC-AF55-2EE7E6D98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5447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val 31">
            <a:extLst>
              <a:ext uri="{FF2B5EF4-FFF2-40B4-BE49-F238E27FC236}">
                <a16:creationId xmlns:a16="http://schemas.microsoft.com/office/drawing/2014/main" id="{17E7773B-29E7-91CC-1328-D84E1DD1E0CE}"/>
              </a:ext>
            </a:extLst>
          </p:cNvPr>
          <p:cNvSpPr/>
          <p:nvPr/>
        </p:nvSpPr>
        <p:spPr>
          <a:xfrm>
            <a:off x="2144959" y="1905717"/>
            <a:ext cx="696637" cy="69663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/>
              <a:t>G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633009A-CF9B-E185-BF6C-497A2173B31D}"/>
              </a:ext>
            </a:extLst>
          </p:cNvPr>
          <p:cNvSpPr/>
          <p:nvPr/>
        </p:nvSpPr>
        <p:spPr>
          <a:xfrm>
            <a:off x="1665903" y="2776590"/>
            <a:ext cx="696637" cy="696637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/>
              <a:t>P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9FCB32AA-D11A-CA31-77B9-6CB4E05A35B7}"/>
              </a:ext>
            </a:extLst>
          </p:cNvPr>
          <p:cNvSpPr/>
          <p:nvPr/>
        </p:nvSpPr>
        <p:spPr>
          <a:xfrm>
            <a:off x="969266" y="3599472"/>
            <a:ext cx="696637" cy="696637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/>
              <a:t>N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742E342-4D0E-EC2B-AB3F-A55306F8CF02}"/>
              </a:ext>
            </a:extLst>
          </p:cNvPr>
          <p:cNvSpPr/>
          <p:nvPr/>
        </p:nvSpPr>
        <p:spPr>
          <a:xfrm>
            <a:off x="2841595" y="2744002"/>
            <a:ext cx="696637" cy="69663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/>
              <a:t>U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C7FAFEC-CE48-31F1-1796-37B1268C03C7}"/>
              </a:ext>
            </a:extLst>
          </p:cNvPr>
          <p:cNvCxnSpPr>
            <a:cxnSpLocks/>
            <a:stCxn id="32" idx="3"/>
            <a:endCxn id="33" idx="0"/>
          </p:cNvCxnSpPr>
          <p:nvPr/>
        </p:nvCxnSpPr>
        <p:spPr>
          <a:xfrm flipH="1">
            <a:off x="2014222" y="2500333"/>
            <a:ext cx="232757" cy="27625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D78B819-EAE6-AC81-5D01-A409CFEE25D5}"/>
              </a:ext>
            </a:extLst>
          </p:cNvPr>
          <p:cNvCxnSpPr>
            <a:stCxn id="32" idx="5"/>
            <a:endCxn id="35" idx="1"/>
          </p:cNvCxnSpPr>
          <p:nvPr/>
        </p:nvCxnSpPr>
        <p:spPr>
          <a:xfrm>
            <a:off x="2739577" y="2500332"/>
            <a:ext cx="204038" cy="34568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DED9CA0-3A90-800A-C8A3-F0D7DD86E450}"/>
              </a:ext>
            </a:extLst>
          </p:cNvPr>
          <p:cNvCxnSpPr>
            <a:cxnSpLocks/>
            <a:stCxn id="34" idx="5"/>
          </p:cNvCxnSpPr>
          <p:nvPr/>
        </p:nvCxnSpPr>
        <p:spPr>
          <a:xfrm>
            <a:off x="1563883" y="4194090"/>
            <a:ext cx="230317" cy="6423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8C55A89-5BB0-5CEB-A1DD-6DABB2E85A19}"/>
              </a:ext>
            </a:extLst>
          </p:cNvPr>
          <p:cNvCxnSpPr>
            <a:cxnSpLocks/>
            <a:stCxn id="34" idx="3"/>
            <a:endCxn id="36" idx="7"/>
          </p:cNvCxnSpPr>
          <p:nvPr/>
        </p:nvCxnSpPr>
        <p:spPr>
          <a:xfrm flipH="1">
            <a:off x="799577" y="4194088"/>
            <a:ext cx="271707" cy="4232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56B485C-C9D2-2024-6CD5-E3F6E275199E}"/>
              </a:ext>
            </a:extLst>
          </p:cNvPr>
          <p:cNvCxnSpPr>
            <a:cxnSpLocks/>
          </p:cNvCxnSpPr>
          <p:nvPr/>
        </p:nvCxnSpPr>
        <p:spPr>
          <a:xfrm>
            <a:off x="2208193" y="3396518"/>
            <a:ext cx="204039" cy="3456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58DAD22-3D84-EAF4-25B1-D6CDED8F50AC}"/>
              </a:ext>
            </a:extLst>
          </p:cNvPr>
          <p:cNvCxnSpPr>
            <a:cxnSpLocks/>
            <a:stCxn id="33" idx="3"/>
            <a:endCxn id="34" idx="7"/>
          </p:cNvCxnSpPr>
          <p:nvPr/>
        </p:nvCxnSpPr>
        <p:spPr>
          <a:xfrm flipH="1">
            <a:off x="1563880" y="3371205"/>
            <a:ext cx="204039" cy="3302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Group 45">
            <a:extLst>
              <a:ext uri="{FF2B5EF4-FFF2-40B4-BE49-F238E27FC236}">
                <a16:creationId xmlns:a16="http://schemas.microsoft.com/office/drawing/2014/main" id="{134116A6-CCDC-E175-CCEE-F930117F1DEE}"/>
              </a:ext>
            </a:extLst>
          </p:cNvPr>
          <p:cNvGrpSpPr/>
          <p:nvPr/>
        </p:nvGrpSpPr>
        <p:grpSpPr>
          <a:xfrm>
            <a:off x="186540" y="4515274"/>
            <a:ext cx="870832" cy="1119264"/>
            <a:chOff x="4067711" y="3179882"/>
            <a:chExt cx="1099085" cy="1412632"/>
          </a:xfrm>
        </p:grpSpPr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AE3F6121-15BF-A581-0D72-EB11A55238C9}"/>
                </a:ext>
              </a:extLst>
            </p:cNvPr>
            <p:cNvSpPr/>
            <p:nvPr/>
          </p:nvSpPr>
          <p:spPr>
            <a:xfrm>
              <a:off x="4090963" y="3179882"/>
              <a:ext cx="879231" cy="879231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C1</a:t>
              </a:r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DE8B31DB-5C8A-CEE8-ED30-403F12623A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67711" y="4019741"/>
              <a:ext cx="292493" cy="57277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B45514DA-0279-C276-9F19-096C6CBCC53D}"/>
                </a:ext>
              </a:extLst>
            </p:cNvPr>
            <p:cNvCxnSpPr>
              <a:cxnSpLocks/>
              <a:stCxn id="36" idx="5"/>
            </p:cNvCxnSpPr>
            <p:nvPr/>
          </p:nvCxnSpPr>
          <p:spPr>
            <a:xfrm>
              <a:off x="4841433" y="3930353"/>
              <a:ext cx="325363" cy="66216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Arrow: Curved Down 61">
            <a:extLst>
              <a:ext uri="{FF2B5EF4-FFF2-40B4-BE49-F238E27FC236}">
                <a16:creationId xmlns:a16="http://schemas.microsoft.com/office/drawing/2014/main" id="{03D372B4-5CA1-6D04-5FEE-4A20931EDC1C}"/>
              </a:ext>
            </a:extLst>
          </p:cNvPr>
          <p:cNvSpPr/>
          <p:nvPr/>
        </p:nvSpPr>
        <p:spPr>
          <a:xfrm>
            <a:off x="2276216" y="2627908"/>
            <a:ext cx="578919" cy="276256"/>
          </a:xfrm>
          <a:prstGeom prst="curved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800">
              <a:solidFill>
                <a:schemeClr val="tx1"/>
              </a:solidFill>
            </a:endParaRP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CC79D201-EB12-17E6-107F-023C43F648D8}"/>
              </a:ext>
            </a:extLst>
          </p:cNvPr>
          <p:cNvCxnSpPr>
            <a:cxnSpLocks/>
          </p:cNvCxnSpPr>
          <p:nvPr/>
        </p:nvCxnSpPr>
        <p:spPr>
          <a:xfrm flipH="1">
            <a:off x="2914535" y="3396517"/>
            <a:ext cx="129306" cy="3199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4F56411-7FB1-5209-11B8-8A7A3F22E464}"/>
              </a:ext>
            </a:extLst>
          </p:cNvPr>
          <p:cNvCxnSpPr>
            <a:cxnSpLocks/>
          </p:cNvCxnSpPr>
          <p:nvPr/>
        </p:nvCxnSpPr>
        <p:spPr>
          <a:xfrm>
            <a:off x="3331532" y="3378115"/>
            <a:ext cx="161122" cy="2958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45C58CC5-8C51-1F56-1E09-DBF2C4C8EB7C}"/>
              </a:ext>
            </a:extLst>
          </p:cNvPr>
          <p:cNvSpPr/>
          <p:nvPr/>
        </p:nvSpPr>
        <p:spPr>
          <a:xfrm>
            <a:off x="7029955" y="2842644"/>
            <a:ext cx="696637" cy="69663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/>
              <a:t>G</a:t>
            </a: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F461D42A-36C1-0ED0-3935-E455B3AB3112}"/>
              </a:ext>
            </a:extLst>
          </p:cNvPr>
          <p:cNvSpPr/>
          <p:nvPr/>
        </p:nvSpPr>
        <p:spPr>
          <a:xfrm>
            <a:off x="6061208" y="2004359"/>
            <a:ext cx="696637" cy="696637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/>
              <a:t>P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D610B6C8-2E98-D33B-84D5-296E52FEEDB7}"/>
              </a:ext>
            </a:extLst>
          </p:cNvPr>
          <p:cNvSpPr/>
          <p:nvPr/>
        </p:nvSpPr>
        <p:spPr>
          <a:xfrm>
            <a:off x="5047283" y="2859829"/>
            <a:ext cx="696637" cy="696637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/>
              <a:t>N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74A0E971-1E56-FFB9-3957-C32BD2883D27}"/>
              </a:ext>
            </a:extLst>
          </p:cNvPr>
          <p:cNvSpPr/>
          <p:nvPr/>
        </p:nvSpPr>
        <p:spPr>
          <a:xfrm>
            <a:off x="7723100" y="3756898"/>
            <a:ext cx="696637" cy="69663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/>
              <a:t>U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484556A7-ECEA-122A-3C3A-C4DABFAA311C}"/>
              </a:ext>
            </a:extLst>
          </p:cNvPr>
          <p:cNvCxnSpPr>
            <a:cxnSpLocks/>
            <a:stCxn id="66" idx="0"/>
            <a:endCxn id="67" idx="5"/>
          </p:cNvCxnSpPr>
          <p:nvPr/>
        </p:nvCxnSpPr>
        <p:spPr>
          <a:xfrm flipH="1" flipV="1">
            <a:off x="6655822" y="2598974"/>
            <a:ext cx="722450" cy="243669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6981D046-ABF6-D8C4-513E-AE315A920D94}"/>
              </a:ext>
            </a:extLst>
          </p:cNvPr>
          <p:cNvCxnSpPr>
            <a:stCxn id="66" idx="5"/>
            <a:endCxn id="69" idx="1"/>
          </p:cNvCxnSpPr>
          <p:nvPr/>
        </p:nvCxnSpPr>
        <p:spPr>
          <a:xfrm>
            <a:off x="7624569" y="3437258"/>
            <a:ext cx="200548" cy="4216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8C44EB5B-B924-9394-C472-A2F1725180AF}"/>
              </a:ext>
            </a:extLst>
          </p:cNvPr>
          <p:cNvCxnSpPr>
            <a:cxnSpLocks/>
            <a:stCxn id="68" idx="5"/>
          </p:cNvCxnSpPr>
          <p:nvPr/>
        </p:nvCxnSpPr>
        <p:spPr>
          <a:xfrm>
            <a:off x="5641899" y="3454445"/>
            <a:ext cx="284170" cy="4232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90732301-9B2F-E57B-D1FA-C0B43F3BC30F}"/>
              </a:ext>
            </a:extLst>
          </p:cNvPr>
          <p:cNvCxnSpPr>
            <a:cxnSpLocks/>
            <a:stCxn id="68" idx="3"/>
            <a:endCxn id="77" idx="7"/>
          </p:cNvCxnSpPr>
          <p:nvPr/>
        </p:nvCxnSpPr>
        <p:spPr>
          <a:xfrm flipH="1">
            <a:off x="4877595" y="3454445"/>
            <a:ext cx="271707" cy="4232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83F6DCD9-2EEB-B7B0-53A3-1237AFF90540}"/>
              </a:ext>
            </a:extLst>
          </p:cNvPr>
          <p:cNvCxnSpPr>
            <a:cxnSpLocks/>
            <a:stCxn id="67" idx="3"/>
            <a:endCxn id="68" idx="7"/>
          </p:cNvCxnSpPr>
          <p:nvPr/>
        </p:nvCxnSpPr>
        <p:spPr>
          <a:xfrm flipH="1">
            <a:off x="5641898" y="2598974"/>
            <a:ext cx="521329" cy="3628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6" name="Group 75">
            <a:extLst>
              <a:ext uri="{FF2B5EF4-FFF2-40B4-BE49-F238E27FC236}">
                <a16:creationId xmlns:a16="http://schemas.microsoft.com/office/drawing/2014/main" id="{2C77CA36-4025-5D97-BDDF-72924E0E472A}"/>
              </a:ext>
            </a:extLst>
          </p:cNvPr>
          <p:cNvGrpSpPr/>
          <p:nvPr/>
        </p:nvGrpSpPr>
        <p:grpSpPr>
          <a:xfrm>
            <a:off x="4264556" y="3775631"/>
            <a:ext cx="870832" cy="1119264"/>
            <a:chOff x="4067711" y="3179882"/>
            <a:chExt cx="1099085" cy="1412632"/>
          </a:xfrm>
        </p:grpSpPr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014FF677-A5F5-3523-E8A7-C8881113F9A8}"/>
                </a:ext>
              </a:extLst>
            </p:cNvPr>
            <p:cNvSpPr/>
            <p:nvPr/>
          </p:nvSpPr>
          <p:spPr>
            <a:xfrm>
              <a:off x="4090962" y="3179882"/>
              <a:ext cx="879231" cy="879231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C1</a:t>
              </a:r>
            </a:p>
          </p:txBody>
        </p: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3B780698-4C09-DE72-DF14-9F13CBA269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67711" y="4019741"/>
              <a:ext cx="292493" cy="57277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262930B7-C41A-1248-55A6-8D24C363EFDE}"/>
                </a:ext>
              </a:extLst>
            </p:cNvPr>
            <p:cNvCxnSpPr>
              <a:cxnSpLocks/>
              <a:stCxn id="77" idx="5"/>
            </p:cNvCxnSpPr>
            <p:nvPr/>
          </p:nvCxnSpPr>
          <p:spPr>
            <a:xfrm>
              <a:off x="4841433" y="3930353"/>
              <a:ext cx="325363" cy="66216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7467BD60-1C5D-79DC-2824-98D5D04C1783}"/>
              </a:ext>
            </a:extLst>
          </p:cNvPr>
          <p:cNvCxnSpPr>
            <a:cxnSpLocks/>
            <a:stCxn id="69" idx="3"/>
          </p:cNvCxnSpPr>
          <p:nvPr/>
        </p:nvCxnSpPr>
        <p:spPr>
          <a:xfrm flipH="1">
            <a:off x="7723097" y="4351513"/>
            <a:ext cx="102020" cy="471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99779D45-AFC8-84A8-3DDE-84BF76E31DA4}"/>
              </a:ext>
            </a:extLst>
          </p:cNvPr>
          <p:cNvCxnSpPr>
            <a:cxnSpLocks/>
            <a:stCxn id="69" idx="5"/>
          </p:cNvCxnSpPr>
          <p:nvPr/>
        </p:nvCxnSpPr>
        <p:spPr>
          <a:xfrm>
            <a:off x="8317714" y="4351514"/>
            <a:ext cx="251387" cy="40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64BD572-BBA9-4DCB-D41A-4CC4FE722C64}"/>
              </a:ext>
            </a:extLst>
          </p:cNvPr>
          <p:cNvCxnSpPr>
            <a:cxnSpLocks/>
          </p:cNvCxnSpPr>
          <p:nvPr/>
        </p:nvCxnSpPr>
        <p:spPr>
          <a:xfrm flipH="1">
            <a:off x="7110085" y="3496374"/>
            <a:ext cx="146325" cy="33837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Oval 111">
            <a:extLst>
              <a:ext uri="{FF2B5EF4-FFF2-40B4-BE49-F238E27FC236}">
                <a16:creationId xmlns:a16="http://schemas.microsoft.com/office/drawing/2014/main" id="{B22B2A15-F92D-410E-5545-D406B74EE6FA}"/>
              </a:ext>
            </a:extLst>
          </p:cNvPr>
          <p:cNvSpPr/>
          <p:nvPr/>
        </p:nvSpPr>
        <p:spPr>
          <a:xfrm>
            <a:off x="1485241" y="4498906"/>
            <a:ext cx="696637" cy="69663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C2</a:t>
            </a:r>
          </a:p>
        </p:txBody>
      </p: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CB1CBA6D-52FD-02E5-B7CB-37BB8FF0CBE2}"/>
              </a:ext>
            </a:extLst>
          </p:cNvPr>
          <p:cNvCxnSpPr>
            <a:cxnSpLocks/>
          </p:cNvCxnSpPr>
          <p:nvPr/>
        </p:nvCxnSpPr>
        <p:spPr>
          <a:xfrm flipH="1">
            <a:off x="1505162" y="5150896"/>
            <a:ext cx="115875" cy="1936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71E6E851-E401-6BAD-834F-033260BB4773}"/>
              </a:ext>
            </a:extLst>
          </p:cNvPr>
          <p:cNvCxnSpPr>
            <a:cxnSpLocks/>
          </p:cNvCxnSpPr>
          <p:nvPr/>
        </p:nvCxnSpPr>
        <p:spPr>
          <a:xfrm>
            <a:off x="2099781" y="5121455"/>
            <a:ext cx="82097" cy="3058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Oval 114">
            <a:extLst>
              <a:ext uri="{FF2B5EF4-FFF2-40B4-BE49-F238E27FC236}">
                <a16:creationId xmlns:a16="http://schemas.microsoft.com/office/drawing/2014/main" id="{B5C44B34-0101-71F5-557D-E7B4319B1221}"/>
              </a:ext>
            </a:extLst>
          </p:cNvPr>
          <p:cNvSpPr/>
          <p:nvPr/>
        </p:nvSpPr>
        <p:spPr>
          <a:xfrm>
            <a:off x="2132592" y="3673992"/>
            <a:ext cx="696637" cy="69663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/>
              <a:t>S</a:t>
            </a:r>
          </a:p>
        </p:txBody>
      </p: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EC303F48-C0F0-EB53-D7EB-B56B882C5A16}"/>
              </a:ext>
            </a:extLst>
          </p:cNvPr>
          <p:cNvCxnSpPr>
            <a:cxnSpLocks/>
            <a:stCxn id="115" idx="3"/>
          </p:cNvCxnSpPr>
          <p:nvPr/>
        </p:nvCxnSpPr>
        <p:spPr>
          <a:xfrm flipH="1">
            <a:off x="2168803" y="4268608"/>
            <a:ext cx="65809" cy="16696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7FDECA90-4CAD-94AA-470F-2ED90EA2F225}"/>
              </a:ext>
            </a:extLst>
          </p:cNvPr>
          <p:cNvCxnSpPr>
            <a:cxnSpLocks/>
          </p:cNvCxnSpPr>
          <p:nvPr/>
        </p:nvCxnSpPr>
        <p:spPr>
          <a:xfrm>
            <a:off x="2716923" y="4250230"/>
            <a:ext cx="112304" cy="1853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Oval 123">
            <a:extLst>
              <a:ext uri="{FF2B5EF4-FFF2-40B4-BE49-F238E27FC236}">
                <a16:creationId xmlns:a16="http://schemas.microsoft.com/office/drawing/2014/main" id="{2B11ECDB-5E2A-6E97-30E7-2A0E64B0EB98}"/>
              </a:ext>
            </a:extLst>
          </p:cNvPr>
          <p:cNvSpPr/>
          <p:nvPr/>
        </p:nvSpPr>
        <p:spPr>
          <a:xfrm>
            <a:off x="5468540" y="3829096"/>
            <a:ext cx="696637" cy="69663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C2</a:t>
            </a:r>
          </a:p>
        </p:txBody>
      </p: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B757B2C-563F-7B7F-ADA7-D56901A2B3FC}"/>
              </a:ext>
            </a:extLst>
          </p:cNvPr>
          <p:cNvCxnSpPr>
            <a:cxnSpLocks/>
          </p:cNvCxnSpPr>
          <p:nvPr/>
        </p:nvCxnSpPr>
        <p:spPr>
          <a:xfrm flipH="1">
            <a:off x="5495953" y="4481084"/>
            <a:ext cx="108385" cy="31727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2CE44B38-FAC9-2EC2-4FD4-9652C78EB90D}"/>
              </a:ext>
            </a:extLst>
          </p:cNvPr>
          <p:cNvCxnSpPr>
            <a:cxnSpLocks/>
          </p:cNvCxnSpPr>
          <p:nvPr/>
        </p:nvCxnSpPr>
        <p:spPr>
          <a:xfrm>
            <a:off x="6083077" y="4451648"/>
            <a:ext cx="197228" cy="3467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Oval 131">
            <a:extLst>
              <a:ext uri="{FF2B5EF4-FFF2-40B4-BE49-F238E27FC236}">
                <a16:creationId xmlns:a16="http://schemas.microsoft.com/office/drawing/2014/main" id="{826666E2-1EBB-93CB-067F-36E425446072}"/>
              </a:ext>
            </a:extLst>
          </p:cNvPr>
          <p:cNvSpPr/>
          <p:nvPr/>
        </p:nvSpPr>
        <p:spPr>
          <a:xfrm>
            <a:off x="6640871" y="3834558"/>
            <a:ext cx="696637" cy="69663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/>
              <a:t>S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39C1F9DC-1F9E-E182-C399-2DD83548A2C6}"/>
              </a:ext>
            </a:extLst>
          </p:cNvPr>
          <p:cNvCxnSpPr>
            <a:cxnSpLocks/>
          </p:cNvCxnSpPr>
          <p:nvPr/>
        </p:nvCxnSpPr>
        <p:spPr>
          <a:xfrm flipH="1">
            <a:off x="6671331" y="4477542"/>
            <a:ext cx="108385" cy="31727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FEE5E9CF-B0EA-D180-3D78-A947EB9EFC5A}"/>
              </a:ext>
            </a:extLst>
          </p:cNvPr>
          <p:cNvCxnSpPr>
            <a:cxnSpLocks/>
          </p:cNvCxnSpPr>
          <p:nvPr/>
        </p:nvCxnSpPr>
        <p:spPr>
          <a:xfrm>
            <a:off x="7207003" y="4448106"/>
            <a:ext cx="197228" cy="3467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Oval 139">
            <a:extLst>
              <a:ext uri="{FF2B5EF4-FFF2-40B4-BE49-F238E27FC236}">
                <a16:creationId xmlns:a16="http://schemas.microsoft.com/office/drawing/2014/main" id="{4C59DBF0-6304-2BC2-6214-65158FCF4BCD}"/>
              </a:ext>
            </a:extLst>
          </p:cNvPr>
          <p:cNvSpPr/>
          <p:nvPr/>
        </p:nvSpPr>
        <p:spPr>
          <a:xfrm>
            <a:off x="12101491" y="2740627"/>
            <a:ext cx="696637" cy="696637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/>
              <a:t>G</a:t>
            </a:r>
          </a:p>
        </p:txBody>
      </p:sp>
      <p:sp>
        <p:nvSpPr>
          <p:cNvPr id="141" name="Oval 140">
            <a:extLst>
              <a:ext uri="{FF2B5EF4-FFF2-40B4-BE49-F238E27FC236}">
                <a16:creationId xmlns:a16="http://schemas.microsoft.com/office/drawing/2014/main" id="{774094E5-B2F6-EA19-FD56-F12BFA6A3AF7}"/>
              </a:ext>
            </a:extLst>
          </p:cNvPr>
          <p:cNvSpPr/>
          <p:nvPr/>
        </p:nvSpPr>
        <p:spPr>
          <a:xfrm>
            <a:off x="11132744" y="1902341"/>
            <a:ext cx="696637" cy="69663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/>
              <a:t>P</a:t>
            </a:r>
          </a:p>
        </p:txBody>
      </p:sp>
      <p:sp>
        <p:nvSpPr>
          <p:cNvPr id="142" name="Oval 141">
            <a:extLst>
              <a:ext uri="{FF2B5EF4-FFF2-40B4-BE49-F238E27FC236}">
                <a16:creationId xmlns:a16="http://schemas.microsoft.com/office/drawing/2014/main" id="{3B34A82D-CA22-0242-E8FD-E1E009E011D2}"/>
              </a:ext>
            </a:extLst>
          </p:cNvPr>
          <p:cNvSpPr/>
          <p:nvPr/>
        </p:nvSpPr>
        <p:spPr>
          <a:xfrm>
            <a:off x="10118820" y="2757812"/>
            <a:ext cx="696637" cy="696637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/>
              <a:t>N</a:t>
            </a:r>
          </a:p>
        </p:txBody>
      </p:sp>
      <p:sp>
        <p:nvSpPr>
          <p:cNvPr id="143" name="Oval 142">
            <a:extLst>
              <a:ext uri="{FF2B5EF4-FFF2-40B4-BE49-F238E27FC236}">
                <a16:creationId xmlns:a16="http://schemas.microsoft.com/office/drawing/2014/main" id="{9C32469C-0302-AEA3-6AD8-1DCB3F8096BC}"/>
              </a:ext>
            </a:extLst>
          </p:cNvPr>
          <p:cNvSpPr/>
          <p:nvPr/>
        </p:nvSpPr>
        <p:spPr>
          <a:xfrm>
            <a:off x="12794637" y="3654878"/>
            <a:ext cx="696637" cy="69663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/>
              <a:t>U</a:t>
            </a:r>
          </a:p>
        </p:txBody>
      </p: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A7771747-55D2-4033-82A2-79BE8B0145A2}"/>
              </a:ext>
            </a:extLst>
          </p:cNvPr>
          <p:cNvCxnSpPr>
            <a:cxnSpLocks/>
            <a:stCxn id="140" idx="0"/>
            <a:endCxn id="141" idx="5"/>
          </p:cNvCxnSpPr>
          <p:nvPr/>
        </p:nvCxnSpPr>
        <p:spPr>
          <a:xfrm flipH="1" flipV="1">
            <a:off x="11727358" y="2496955"/>
            <a:ext cx="722450" cy="243669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50B9D1CF-AE66-A858-0226-A76E48C2E859}"/>
              </a:ext>
            </a:extLst>
          </p:cNvPr>
          <p:cNvCxnSpPr>
            <a:stCxn id="140" idx="5"/>
            <a:endCxn id="143" idx="1"/>
          </p:cNvCxnSpPr>
          <p:nvPr/>
        </p:nvCxnSpPr>
        <p:spPr>
          <a:xfrm>
            <a:off x="12696106" y="3335241"/>
            <a:ext cx="200548" cy="4216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BD2C3B6C-B477-0A6C-F7F5-AB8082049896}"/>
              </a:ext>
            </a:extLst>
          </p:cNvPr>
          <p:cNvCxnSpPr>
            <a:cxnSpLocks/>
            <a:stCxn id="142" idx="5"/>
          </p:cNvCxnSpPr>
          <p:nvPr/>
        </p:nvCxnSpPr>
        <p:spPr>
          <a:xfrm>
            <a:off x="10713436" y="3352427"/>
            <a:ext cx="284170" cy="4232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AB3CBD43-BA80-2582-2ADF-AF0F57D1FD8A}"/>
              </a:ext>
            </a:extLst>
          </p:cNvPr>
          <p:cNvCxnSpPr>
            <a:cxnSpLocks/>
            <a:stCxn id="142" idx="3"/>
            <a:endCxn id="150" idx="7"/>
          </p:cNvCxnSpPr>
          <p:nvPr/>
        </p:nvCxnSpPr>
        <p:spPr>
          <a:xfrm flipH="1">
            <a:off x="9949131" y="3352427"/>
            <a:ext cx="271707" cy="4232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7FB49634-6F82-E411-BDF1-B77DE6BD0C88}"/>
              </a:ext>
            </a:extLst>
          </p:cNvPr>
          <p:cNvCxnSpPr>
            <a:cxnSpLocks/>
            <a:stCxn id="141" idx="3"/>
            <a:endCxn id="142" idx="7"/>
          </p:cNvCxnSpPr>
          <p:nvPr/>
        </p:nvCxnSpPr>
        <p:spPr>
          <a:xfrm flipH="1">
            <a:off x="10713435" y="2496955"/>
            <a:ext cx="521329" cy="3628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D4F3CECE-2093-EF1F-E9A1-00F19BA60EB6}"/>
              </a:ext>
            </a:extLst>
          </p:cNvPr>
          <p:cNvGrpSpPr/>
          <p:nvPr/>
        </p:nvGrpSpPr>
        <p:grpSpPr>
          <a:xfrm>
            <a:off x="9336093" y="3673614"/>
            <a:ext cx="870832" cy="1119264"/>
            <a:chOff x="4067711" y="3179882"/>
            <a:chExt cx="1099085" cy="1412632"/>
          </a:xfrm>
        </p:grpSpPr>
        <p:sp>
          <p:nvSpPr>
            <p:cNvPr id="150" name="Oval 149">
              <a:extLst>
                <a:ext uri="{FF2B5EF4-FFF2-40B4-BE49-F238E27FC236}">
                  <a16:creationId xmlns:a16="http://schemas.microsoft.com/office/drawing/2014/main" id="{6D5F07BE-6069-47F7-E95B-044D63D98906}"/>
                </a:ext>
              </a:extLst>
            </p:cNvPr>
            <p:cNvSpPr/>
            <p:nvPr/>
          </p:nvSpPr>
          <p:spPr>
            <a:xfrm>
              <a:off x="4090962" y="3179882"/>
              <a:ext cx="879231" cy="879231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C1</a:t>
              </a:r>
            </a:p>
          </p:txBody>
        </p: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CF9A58A5-D181-105A-FE90-BA3BF5D5D5F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67711" y="4019741"/>
              <a:ext cx="292493" cy="57277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46694E59-C20F-E220-B5CE-9D3B91E45F25}"/>
                </a:ext>
              </a:extLst>
            </p:cNvPr>
            <p:cNvCxnSpPr>
              <a:cxnSpLocks/>
              <a:stCxn id="150" idx="5"/>
            </p:cNvCxnSpPr>
            <p:nvPr/>
          </p:nvCxnSpPr>
          <p:spPr>
            <a:xfrm>
              <a:off x="4841433" y="3930353"/>
              <a:ext cx="325363" cy="66216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42124AF9-13FC-A3E9-8ED3-65296B2F02EF}"/>
              </a:ext>
            </a:extLst>
          </p:cNvPr>
          <p:cNvCxnSpPr>
            <a:cxnSpLocks/>
            <a:stCxn id="143" idx="3"/>
          </p:cNvCxnSpPr>
          <p:nvPr/>
        </p:nvCxnSpPr>
        <p:spPr>
          <a:xfrm flipH="1">
            <a:off x="12794634" y="4249494"/>
            <a:ext cx="102020" cy="471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D2DBA4E2-BC70-55A3-D8D3-E66348FC4DD3}"/>
              </a:ext>
            </a:extLst>
          </p:cNvPr>
          <p:cNvCxnSpPr>
            <a:cxnSpLocks/>
          </p:cNvCxnSpPr>
          <p:nvPr/>
        </p:nvCxnSpPr>
        <p:spPr>
          <a:xfrm>
            <a:off x="13315322" y="4294366"/>
            <a:ext cx="251387" cy="40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7AB470B6-A9DC-E1C1-1433-9E0E1BE73EAC}"/>
              </a:ext>
            </a:extLst>
          </p:cNvPr>
          <p:cNvCxnSpPr>
            <a:cxnSpLocks/>
          </p:cNvCxnSpPr>
          <p:nvPr/>
        </p:nvCxnSpPr>
        <p:spPr>
          <a:xfrm flipH="1">
            <a:off x="12181622" y="3394355"/>
            <a:ext cx="146325" cy="33837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Oval 155">
            <a:extLst>
              <a:ext uri="{FF2B5EF4-FFF2-40B4-BE49-F238E27FC236}">
                <a16:creationId xmlns:a16="http://schemas.microsoft.com/office/drawing/2014/main" id="{DBF81A65-BEE8-0891-3534-E8000B420677}"/>
              </a:ext>
            </a:extLst>
          </p:cNvPr>
          <p:cNvSpPr/>
          <p:nvPr/>
        </p:nvSpPr>
        <p:spPr>
          <a:xfrm>
            <a:off x="10540077" y="3727079"/>
            <a:ext cx="696637" cy="69663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C2</a:t>
            </a:r>
          </a:p>
        </p:txBody>
      </p: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18108CBB-FA30-E944-E3BD-A53465B5E4D7}"/>
              </a:ext>
            </a:extLst>
          </p:cNvPr>
          <p:cNvCxnSpPr>
            <a:cxnSpLocks/>
          </p:cNvCxnSpPr>
          <p:nvPr/>
        </p:nvCxnSpPr>
        <p:spPr>
          <a:xfrm flipH="1">
            <a:off x="10567489" y="4379066"/>
            <a:ext cx="108385" cy="31727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EAFA0253-235C-FD86-2C8C-DF4CDCC04570}"/>
              </a:ext>
            </a:extLst>
          </p:cNvPr>
          <p:cNvCxnSpPr>
            <a:cxnSpLocks/>
          </p:cNvCxnSpPr>
          <p:nvPr/>
        </p:nvCxnSpPr>
        <p:spPr>
          <a:xfrm>
            <a:off x="11154614" y="4349631"/>
            <a:ext cx="197228" cy="3467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Oval 158">
            <a:extLst>
              <a:ext uri="{FF2B5EF4-FFF2-40B4-BE49-F238E27FC236}">
                <a16:creationId xmlns:a16="http://schemas.microsoft.com/office/drawing/2014/main" id="{0462DD6E-D850-EB72-CBD3-A6D1EFB8D833}"/>
              </a:ext>
            </a:extLst>
          </p:cNvPr>
          <p:cNvSpPr/>
          <p:nvPr/>
        </p:nvSpPr>
        <p:spPr>
          <a:xfrm>
            <a:off x="11712408" y="3732541"/>
            <a:ext cx="696637" cy="69663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/>
              <a:t>S</a:t>
            </a:r>
          </a:p>
        </p:txBody>
      </p: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954773B7-40AC-CEAC-15B7-30A0620A1341}"/>
              </a:ext>
            </a:extLst>
          </p:cNvPr>
          <p:cNvCxnSpPr>
            <a:cxnSpLocks/>
          </p:cNvCxnSpPr>
          <p:nvPr/>
        </p:nvCxnSpPr>
        <p:spPr>
          <a:xfrm flipH="1">
            <a:off x="11742867" y="4375524"/>
            <a:ext cx="108385" cy="31727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3ABCD099-9797-03E6-3120-3A0D2AEC8896}"/>
              </a:ext>
            </a:extLst>
          </p:cNvPr>
          <p:cNvCxnSpPr>
            <a:cxnSpLocks/>
          </p:cNvCxnSpPr>
          <p:nvPr/>
        </p:nvCxnSpPr>
        <p:spPr>
          <a:xfrm>
            <a:off x="12278540" y="4346089"/>
            <a:ext cx="197228" cy="3467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Arrow: Up 163">
            <a:extLst>
              <a:ext uri="{FF2B5EF4-FFF2-40B4-BE49-F238E27FC236}">
                <a16:creationId xmlns:a16="http://schemas.microsoft.com/office/drawing/2014/main" id="{010780ED-6012-092C-24E5-4A02AB14FB49}"/>
              </a:ext>
            </a:extLst>
          </p:cNvPr>
          <p:cNvSpPr/>
          <p:nvPr/>
        </p:nvSpPr>
        <p:spPr>
          <a:xfrm rot="16200000">
            <a:off x="6858646" y="1831257"/>
            <a:ext cx="157063" cy="503264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800"/>
          </a:p>
        </p:txBody>
      </p:sp>
      <p:sp>
        <p:nvSpPr>
          <p:cNvPr id="165" name="Arrow: Up 164">
            <a:extLst>
              <a:ext uri="{FF2B5EF4-FFF2-40B4-BE49-F238E27FC236}">
                <a16:creationId xmlns:a16="http://schemas.microsoft.com/office/drawing/2014/main" id="{94CAD78C-3429-D8B4-F506-58DF4E92CD51}"/>
              </a:ext>
            </a:extLst>
          </p:cNvPr>
          <p:cNvSpPr/>
          <p:nvPr/>
        </p:nvSpPr>
        <p:spPr>
          <a:xfrm rot="10800000">
            <a:off x="7373290" y="2303669"/>
            <a:ext cx="157063" cy="503264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800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D3AB9132-D406-6537-7708-488E46AFC4AF}"/>
              </a:ext>
            </a:extLst>
          </p:cNvPr>
          <p:cNvSpPr txBox="1"/>
          <p:nvPr/>
        </p:nvSpPr>
        <p:spPr>
          <a:xfrm>
            <a:off x="7256410" y="1586281"/>
            <a:ext cx="31685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Recolor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E1C85E2E-66C1-C5CF-E90A-A9EFB0E5261A}"/>
              </a:ext>
            </a:extLst>
          </p:cNvPr>
          <p:cNvSpPr txBox="1"/>
          <p:nvPr/>
        </p:nvSpPr>
        <p:spPr>
          <a:xfrm>
            <a:off x="2773075" y="4975813"/>
            <a:ext cx="549517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This rotation doesn’t change Black height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7447588-5852-1D8F-C352-2DCDF5B7CD7C}"/>
              </a:ext>
            </a:extLst>
          </p:cNvPr>
          <p:cNvSpPr txBox="1"/>
          <p:nvPr/>
        </p:nvSpPr>
        <p:spPr>
          <a:xfrm>
            <a:off x="8734426" y="5003502"/>
            <a:ext cx="601027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Now extra red in sibling tree</a:t>
            </a:r>
          </a:p>
        </p:txBody>
      </p:sp>
    </p:spTree>
    <p:extLst>
      <p:ext uri="{BB962C8B-B14F-4D97-AF65-F5344CB8AC3E}">
        <p14:creationId xmlns:p14="http://schemas.microsoft.com/office/powerpoint/2010/main" val="6892611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F90FB-51F7-C18B-5D55-E5CFC045C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9204A6C-496A-9D1B-23A8-151722A82D4B}"/>
              </a:ext>
            </a:extLst>
          </p:cNvPr>
          <p:cNvGrpSpPr/>
          <p:nvPr/>
        </p:nvGrpSpPr>
        <p:grpSpPr>
          <a:xfrm>
            <a:off x="1930704" y="889260"/>
            <a:ext cx="9247835" cy="5797934"/>
            <a:chOff x="140005" y="1826520"/>
            <a:chExt cx="5665190" cy="3551793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D1914ACB-B71C-F69E-F88C-126A781EAB61}"/>
                </a:ext>
              </a:extLst>
            </p:cNvPr>
            <p:cNvGrpSpPr/>
            <p:nvPr/>
          </p:nvGrpSpPr>
          <p:grpSpPr>
            <a:xfrm>
              <a:off x="206756" y="2022399"/>
              <a:ext cx="2110154" cy="2035303"/>
              <a:chOff x="410306" y="1008184"/>
              <a:chExt cx="3516924" cy="3392171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100E9BF5-C329-9E3E-3B3A-DABC8AC90C2A}"/>
                  </a:ext>
                </a:extLst>
              </p:cNvPr>
              <p:cNvSpPr/>
              <p:nvPr/>
            </p:nvSpPr>
            <p:spPr>
              <a:xfrm>
                <a:off x="2168769" y="1008184"/>
                <a:ext cx="879231" cy="879231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80" dirty="0"/>
                  <a:t>G</a:t>
                </a: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BC3289AB-181E-AA33-2AD2-A6324412B206}"/>
                  </a:ext>
                </a:extLst>
              </p:cNvPr>
              <p:cNvSpPr/>
              <p:nvPr/>
            </p:nvSpPr>
            <p:spPr>
              <a:xfrm>
                <a:off x="2168768" y="3124200"/>
                <a:ext cx="879231" cy="879231"/>
              </a:xfrm>
              <a:prstGeom prst="ellips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80" dirty="0"/>
                  <a:t>N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7F16B2E7-C985-0571-14B3-849E7FD8E1E8}"/>
                  </a:ext>
                </a:extLst>
              </p:cNvPr>
              <p:cNvSpPr/>
              <p:nvPr/>
            </p:nvSpPr>
            <p:spPr>
              <a:xfrm>
                <a:off x="1289537" y="2066192"/>
                <a:ext cx="879231" cy="879231"/>
              </a:xfrm>
              <a:prstGeom prst="ellips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80" dirty="0"/>
                  <a:t>P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B9B38F7F-3090-3227-0CB1-4428A708E3DD}"/>
                  </a:ext>
                </a:extLst>
              </p:cNvPr>
              <p:cNvSpPr/>
              <p:nvPr/>
            </p:nvSpPr>
            <p:spPr>
              <a:xfrm>
                <a:off x="3047999" y="2066191"/>
                <a:ext cx="879231" cy="879231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80" dirty="0"/>
                  <a:t>U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8F68926-AFD8-F787-A448-D6EAD6EEF655}"/>
                  </a:ext>
                </a:extLst>
              </p:cNvPr>
              <p:cNvSpPr/>
              <p:nvPr/>
            </p:nvSpPr>
            <p:spPr>
              <a:xfrm>
                <a:off x="410306" y="3124199"/>
                <a:ext cx="879231" cy="879231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80" dirty="0"/>
                  <a:t>S</a:t>
                </a:r>
              </a:p>
            </p:txBody>
          </p: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917EEA1F-3B2C-E0C8-6590-1E97554D2CDD}"/>
                  </a:ext>
                </a:extLst>
              </p:cNvPr>
              <p:cNvCxnSpPr>
                <a:stCxn id="4" idx="3"/>
                <a:endCxn id="6" idx="7"/>
              </p:cNvCxnSpPr>
              <p:nvPr/>
            </p:nvCxnSpPr>
            <p:spPr>
              <a:xfrm flipH="1">
                <a:off x="2040008" y="1758655"/>
                <a:ext cx="257521" cy="436297"/>
              </a:xfrm>
              <a:prstGeom prst="line">
                <a:avLst/>
              </a:prstGeom>
              <a:ln>
                <a:solidFill>
                  <a:schemeClr val="accent1"/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C9D2FE39-7659-52CA-04ED-BDD86E086E6A}"/>
                  </a:ext>
                </a:extLst>
              </p:cNvPr>
              <p:cNvCxnSpPr>
                <a:stCxn id="4" idx="5"/>
                <a:endCxn id="7" idx="1"/>
              </p:cNvCxnSpPr>
              <p:nvPr/>
            </p:nvCxnSpPr>
            <p:spPr>
              <a:xfrm>
                <a:off x="2919240" y="1758655"/>
                <a:ext cx="257519" cy="43629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D5170CAE-CEA6-1AE0-8F5B-23E0B1FCDA48}"/>
                  </a:ext>
                </a:extLst>
              </p:cNvPr>
              <p:cNvCxnSpPr>
                <a:cxnSpLocks/>
                <a:stCxn id="6" idx="5"/>
                <a:endCxn id="5" idx="1"/>
              </p:cNvCxnSpPr>
              <p:nvPr/>
            </p:nvCxnSpPr>
            <p:spPr>
              <a:xfrm>
                <a:off x="2040008" y="2816663"/>
                <a:ext cx="257520" cy="436297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71FFA62A-BE59-A18B-D053-D04D104C8298}"/>
                  </a:ext>
                </a:extLst>
              </p:cNvPr>
              <p:cNvCxnSpPr>
                <a:cxnSpLocks/>
                <a:stCxn id="6" idx="3"/>
                <a:endCxn id="8" idx="7"/>
              </p:cNvCxnSpPr>
              <p:nvPr/>
            </p:nvCxnSpPr>
            <p:spPr>
              <a:xfrm flipH="1">
                <a:off x="1160777" y="2816663"/>
                <a:ext cx="257520" cy="43629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E76F5BAA-1415-04A5-AF77-A95E754E7B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13730" y="3964058"/>
                <a:ext cx="257520" cy="436297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0F7DD990-50A1-A5D7-E090-E4CFF4AEBB88}"/>
                  </a:ext>
                </a:extLst>
              </p:cNvPr>
              <p:cNvCxnSpPr>
                <a:cxnSpLocks/>
                <a:stCxn id="5" idx="3"/>
              </p:cNvCxnSpPr>
              <p:nvPr/>
            </p:nvCxnSpPr>
            <p:spPr>
              <a:xfrm flipH="1">
                <a:off x="2145517" y="3874671"/>
                <a:ext cx="152011" cy="52568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B71760E7-096B-33DE-4E2C-E08A07A5EED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4475" y="3964058"/>
                <a:ext cx="105073" cy="30727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F47FF807-CF27-8B33-B5E0-1544749799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7432" y="3935070"/>
                <a:ext cx="73160" cy="37577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Arrow: Curved Up 28">
                <a:extLst>
                  <a:ext uri="{FF2B5EF4-FFF2-40B4-BE49-F238E27FC236}">
                    <a16:creationId xmlns:a16="http://schemas.microsoft.com/office/drawing/2014/main" id="{E5462298-EA11-B2DC-7372-18D7A202D42B}"/>
                  </a:ext>
                </a:extLst>
              </p:cNvPr>
              <p:cNvSpPr/>
              <p:nvPr/>
            </p:nvSpPr>
            <p:spPr>
              <a:xfrm rot="10800000">
                <a:off x="1277911" y="3042234"/>
                <a:ext cx="879231" cy="428088"/>
              </a:xfrm>
              <a:prstGeom prst="curvedUp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8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CEEDA5AA-92BB-C325-7D75-0DD0D5037F0F}"/>
                </a:ext>
              </a:extLst>
            </p:cNvPr>
            <p:cNvSpPr/>
            <p:nvPr/>
          </p:nvSpPr>
          <p:spPr>
            <a:xfrm>
              <a:off x="4377948" y="1826520"/>
              <a:ext cx="527539" cy="527539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80" dirty="0"/>
                <a:t>G</a:t>
              </a:r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72CBC4F3-3AA5-F2F9-58DF-02F5EC12CB31}"/>
                </a:ext>
              </a:extLst>
            </p:cNvPr>
            <p:cNvSpPr/>
            <p:nvPr/>
          </p:nvSpPr>
          <p:spPr>
            <a:xfrm>
              <a:off x="4015176" y="2486001"/>
              <a:ext cx="527539" cy="527539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80" dirty="0"/>
                <a:t>N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815031C8-BD4F-3EF9-F2EE-3673A4E31CB5}"/>
                </a:ext>
              </a:extLst>
            </p:cNvPr>
            <p:cNvSpPr/>
            <p:nvPr/>
          </p:nvSpPr>
          <p:spPr>
            <a:xfrm>
              <a:off x="3487637" y="3109142"/>
              <a:ext cx="527539" cy="527539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80" dirty="0"/>
                <a:t>P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84F9B0C0-311B-28B3-2093-18D99BC49F20}"/>
                </a:ext>
              </a:extLst>
            </p:cNvPr>
            <p:cNvSpPr/>
            <p:nvPr/>
          </p:nvSpPr>
          <p:spPr>
            <a:xfrm>
              <a:off x="4905486" y="2461323"/>
              <a:ext cx="527539" cy="527539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80" dirty="0"/>
                <a:t>U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A933ABB6-3102-9C2D-8068-D939DE62CC66}"/>
                </a:ext>
              </a:extLst>
            </p:cNvPr>
            <p:cNvCxnSpPr>
              <a:cxnSpLocks/>
              <a:stCxn id="32" idx="3"/>
              <a:endCxn id="33" idx="0"/>
            </p:cNvCxnSpPr>
            <p:nvPr/>
          </p:nvCxnSpPr>
          <p:spPr>
            <a:xfrm flipH="1">
              <a:off x="4278945" y="2276802"/>
              <a:ext cx="176259" cy="209199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D4C7E8AE-101C-FA9D-9DB6-CA308265EB95}"/>
                </a:ext>
              </a:extLst>
            </p:cNvPr>
            <p:cNvCxnSpPr>
              <a:stCxn id="32" idx="5"/>
              <a:endCxn id="35" idx="1"/>
            </p:cNvCxnSpPr>
            <p:nvPr/>
          </p:nvCxnSpPr>
          <p:spPr>
            <a:xfrm>
              <a:off x="4828231" y="2276801"/>
              <a:ext cx="154511" cy="26177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F1B802AA-1B9A-7FEB-9DFE-8EF1A0B8B167}"/>
                </a:ext>
              </a:extLst>
            </p:cNvPr>
            <p:cNvCxnSpPr>
              <a:cxnSpLocks/>
              <a:stCxn id="34" idx="5"/>
            </p:cNvCxnSpPr>
            <p:nvPr/>
          </p:nvCxnSpPr>
          <p:spPr>
            <a:xfrm>
              <a:off x="3937919" y="3559425"/>
              <a:ext cx="174411" cy="4864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5E7D75C2-6852-CF85-1E08-62A81684F6F1}"/>
                </a:ext>
              </a:extLst>
            </p:cNvPr>
            <p:cNvCxnSpPr>
              <a:cxnSpLocks/>
              <a:stCxn id="34" idx="3"/>
              <a:endCxn id="36" idx="7"/>
            </p:cNvCxnSpPr>
            <p:nvPr/>
          </p:nvCxnSpPr>
          <p:spPr>
            <a:xfrm flipH="1">
              <a:off x="3359137" y="3559423"/>
              <a:ext cx="205754" cy="32048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3105C9DE-97A8-0A87-FD4F-3F62504918ED}"/>
                </a:ext>
              </a:extLst>
            </p:cNvPr>
            <p:cNvCxnSpPr>
              <a:cxnSpLocks/>
            </p:cNvCxnSpPr>
            <p:nvPr/>
          </p:nvCxnSpPr>
          <p:spPr>
            <a:xfrm>
              <a:off x="4425833" y="2955452"/>
              <a:ext cx="154512" cy="26177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593AD0E8-34D4-8D33-BD6A-053D4AD66FB0}"/>
                </a:ext>
              </a:extLst>
            </p:cNvPr>
            <p:cNvCxnSpPr>
              <a:cxnSpLocks/>
              <a:stCxn id="33" idx="3"/>
              <a:endCxn id="34" idx="7"/>
            </p:cNvCxnSpPr>
            <p:nvPr/>
          </p:nvCxnSpPr>
          <p:spPr>
            <a:xfrm flipH="1">
              <a:off x="3937918" y="2936283"/>
              <a:ext cx="154512" cy="25011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CEE13217-54F6-4F4E-22FF-0EF12CA09FA7}"/>
                </a:ext>
              </a:extLst>
            </p:cNvPr>
            <p:cNvGrpSpPr/>
            <p:nvPr/>
          </p:nvGrpSpPr>
          <p:grpSpPr>
            <a:xfrm>
              <a:off x="2894905" y="3802647"/>
              <a:ext cx="659451" cy="847580"/>
              <a:chOff x="4067711" y="3179882"/>
              <a:chExt cx="1099085" cy="1412632"/>
            </a:xfrm>
          </p:grpSpPr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9397BC88-B53A-1577-5099-83F5C615E59B}"/>
                  </a:ext>
                </a:extLst>
              </p:cNvPr>
              <p:cNvSpPr/>
              <p:nvPr/>
            </p:nvSpPr>
            <p:spPr>
              <a:xfrm>
                <a:off x="4090962" y="3179882"/>
                <a:ext cx="879231" cy="879231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80" dirty="0"/>
                  <a:t>S</a:t>
                </a:r>
              </a:p>
            </p:txBody>
          </p: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B59E21CE-201F-7AE9-80AF-A2CDF1CC8B8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67711" y="4019741"/>
                <a:ext cx="292493" cy="57277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8BC2D20-E96A-A892-5C71-F2DA68B0F94B}"/>
                  </a:ext>
                </a:extLst>
              </p:cNvPr>
              <p:cNvCxnSpPr>
                <a:cxnSpLocks/>
                <a:stCxn id="36" idx="5"/>
              </p:cNvCxnSpPr>
              <p:nvPr/>
            </p:nvCxnSpPr>
            <p:spPr>
              <a:xfrm>
                <a:off x="4841433" y="3930353"/>
                <a:ext cx="325363" cy="66216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3DFD71E8-1BC8-3CA5-23CA-114947E26188}"/>
                </a:ext>
              </a:extLst>
            </p:cNvPr>
            <p:cNvCxnSpPr>
              <a:cxnSpLocks/>
            </p:cNvCxnSpPr>
            <p:nvPr/>
          </p:nvCxnSpPr>
          <p:spPr>
            <a:xfrm>
              <a:off x="2189654" y="3165573"/>
              <a:ext cx="174411" cy="4864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403D433D-FB72-F137-B06C-E71E549D2C08}"/>
                </a:ext>
              </a:extLst>
            </p:cNvPr>
            <p:cNvCxnSpPr>
              <a:cxnSpLocks/>
              <a:stCxn id="7" idx="4"/>
            </p:cNvCxnSpPr>
            <p:nvPr/>
          </p:nvCxnSpPr>
          <p:spPr>
            <a:xfrm flipH="1">
              <a:off x="1917868" y="3184739"/>
              <a:ext cx="135272" cy="4174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Arrow: Curved Down 61">
              <a:extLst>
                <a:ext uri="{FF2B5EF4-FFF2-40B4-BE49-F238E27FC236}">
                  <a16:creationId xmlns:a16="http://schemas.microsoft.com/office/drawing/2014/main" id="{686FAFCB-3686-2DA1-FE70-EB49463D0037}"/>
                </a:ext>
              </a:extLst>
            </p:cNvPr>
            <p:cNvSpPr/>
            <p:nvPr/>
          </p:nvSpPr>
          <p:spPr>
            <a:xfrm>
              <a:off x="4477344" y="2373410"/>
              <a:ext cx="438395" cy="209199"/>
            </a:xfrm>
            <a:prstGeom prst="curved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80">
                <a:solidFill>
                  <a:schemeClr val="tx1"/>
                </a:solidFill>
              </a:endParaRPr>
            </a:p>
          </p:txBody>
        </p: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837A41E0-7632-F770-B702-5B51EA20C7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0721" y="2955451"/>
              <a:ext cx="97919" cy="24230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A858989D-0FC8-3DB9-6CD0-813AB21A4F24}"/>
                </a:ext>
              </a:extLst>
            </p:cNvPr>
            <p:cNvCxnSpPr>
              <a:cxnSpLocks/>
            </p:cNvCxnSpPr>
            <p:nvPr/>
          </p:nvCxnSpPr>
          <p:spPr>
            <a:xfrm>
              <a:off x="5276497" y="2941516"/>
              <a:ext cx="122012" cy="22405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37BCDF03-2289-640A-05F5-17C20F39241F}"/>
                </a:ext>
              </a:extLst>
            </p:cNvPr>
            <p:cNvSpPr/>
            <p:nvPr/>
          </p:nvSpPr>
          <p:spPr>
            <a:xfrm>
              <a:off x="837316" y="4030990"/>
              <a:ext cx="527539" cy="527539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80" dirty="0"/>
                <a:t>C1</a:t>
              </a: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4416A212-1FE9-3C12-2D57-8F1E0702B584}"/>
                </a:ext>
              </a:extLst>
            </p:cNvPr>
            <p:cNvSpPr/>
            <p:nvPr/>
          </p:nvSpPr>
          <p:spPr>
            <a:xfrm>
              <a:off x="1514142" y="4002428"/>
              <a:ext cx="527539" cy="527539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80" dirty="0"/>
                <a:t>C2</a:t>
              </a:r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BB732075-8278-2BDC-2478-66EFE2D828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7315" y="4503565"/>
              <a:ext cx="87748" cy="14666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278D6D12-22FC-9C07-3EEE-B3F0D876CA74}"/>
                </a:ext>
              </a:extLst>
            </p:cNvPr>
            <p:cNvCxnSpPr>
              <a:cxnSpLocks/>
              <a:stCxn id="98" idx="3"/>
            </p:cNvCxnSpPr>
            <p:nvPr/>
          </p:nvCxnSpPr>
          <p:spPr>
            <a:xfrm flipH="1">
              <a:off x="1506907" y="4452709"/>
              <a:ext cx="84491" cy="26013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C69CB24-C208-2A46-86CB-1BC0C06BA6AA}"/>
                </a:ext>
              </a:extLst>
            </p:cNvPr>
            <p:cNvCxnSpPr>
              <a:cxnSpLocks/>
              <a:stCxn id="96" idx="5"/>
            </p:cNvCxnSpPr>
            <p:nvPr/>
          </p:nvCxnSpPr>
          <p:spPr>
            <a:xfrm>
              <a:off x="1287599" y="4481271"/>
              <a:ext cx="62169" cy="23157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348A4B5D-818E-9E4F-D072-CAC0CB61393A}"/>
                </a:ext>
              </a:extLst>
            </p:cNvPr>
            <p:cNvCxnSpPr>
              <a:cxnSpLocks/>
            </p:cNvCxnSpPr>
            <p:nvPr/>
          </p:nvCxnSpPr>
          <p:spPr>
            <a:xfrm>
              <a:off x="1956635" y="4438793"/>
              <a:ext cx="136746" cy="23660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Oval 111">
              <a:extLst>
                <a:ext uri="{FF2B5EF4-FFF2-40B4-BE49-F238E27FC236}">
                  <a16:creationId xmlns:a16="http://schemas.microsoft.com/office/drawing/2014/main" id="{7D14EAD1-EE1C-E36F-2D4A-E0AEBAE06236}"/>
                </a:ext>
              </a:extLst>
            </p:cNvPr>
            <p:cNvSpPr/>
            <p:nvPr/>
          </p:nvSpPr>
          <p:spPr>
            <a:xfrm>
              <a:off x="3878367" y="3790251"/>
              <a:ext cx="527539" cy="527539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80" dirty="0"/>
                <a:t>C1</a:t>
              </a:r>
            </a:p>
          </p:txBody>
        </p: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D4451B0F-1D7F-A8AD-D409-AEDFCE907B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93452" y="4283980"/>
              <a:ext cx="87748" cy="14666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4C186A7D-81AB-D2CE-CAF8-E503C65EE556}"/>
                </a:ext>
              </a:extLst>
            </p:cNvPr>
            <p:cNvCxnSpPr>
              <a:cxnSpLocks/>
            </p:cNvCxnSpPr>
            <p:nvPr/>
          </p:nvCxnSpPr>
          <p:spPr>
            <a:xfrm>
              <a:off x="4343736" y="4261687"/>
              <a:ext cx="62169" cy="23157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E64011F9-309A-F044-C0F0-906D22302BA3}"/>
                </a:ext>
              </a:extLst>
            </p:cNvPr>
            <p:cNvSpPr/>
            <p:nvPr/>
          </p:nvSpPr>
          <p:spPr>
            <a:xfrm>
              <a:off x="4368583" y="3165573"/>
              <a:ext cx="527539" cy="527539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80" dirty="0"/>
                <a:t>C2</a:t>
              </a:r>
            </a:p>
          </p:txBody>
        </p: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E712C241-4E3C-25BF-9CA9-657415CE91D5}"/>
                </a:ext>
              </a:extLst>
            </p:cNvPr>
            <p:cNvCxnSpPr>
              <a:cxnSpLocks/>
              <a:stCxn id="115" idx="3"/>
            </p:cNvCxnSpPr>
            <p:nvPr/>
          </p:nvCxnSpPr>
          <p:spPr>
            <a:xfrm flipH="1">
              <a:off x="4396004" y="3615855"/>
              <a:ext cx="49835" cy="12643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3CA537C-89E7-B65D-F823-1F8B0002F400}"/>
                </a:ext>
              </a:extLst>
            </p:cNvPr>
            <p:cNvCxnSpPr>
              <a:cxnSpLocks/>
            </p:cNvCxnSpPr>
            <p:nvPr/>
          </p:nvCxnSpPr>
          <p:spPr>
            <a:xfrm>
              <a:off x="4811076" y="3601937"/>
              <a:ext cx="85044" cy="14035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185999E5-2723-F742-F20A-4B317352249F}"/>
                </a:ext>
              </a:extLst>
            </p:cNvPr>
            <p:cNvSpPr txBox="1"/>
            <p:nvPr/>
          </p:nvSpPr>
          <p:spPr>
            <a:xfrm>
              <a:off x="140005" y="4837203"/>
              <a:ext cx="2449700" cy="4247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80" dirty="0"/>
                <a:t>Before fixing, all black height already equal, only consequent red violation</a:t>
              </a: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A4A069EB-F4E3-F06E-DF10-A2B06443FAD1}"/>
                </a:ext>
              </a:extLst>
            </p:cNvPr>
            <p:cNvSpPr txBox="1"/>
            <p:nvPr/>
          </p:nvSpPr>
          <p:spPr>
            <a:xfrm>
              <a:off x="3355495" y="4787382"/>
              <a:ext cx="2449700" cy="5909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80" dirty="0"/>
                <a:t>First rotation doesn’t change Black height</a:t>
              </a:r>
            </a:p>
            <a:p>
              <a:r>
                <a:rPr lang="en-US" sz="1080" dirty="0"/>
                <a:t>Now it turns into 4.3 condition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269524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59</TotalTime>
  <Words>73</Words>
  <Application>Microsoft Office PowerPoint</Application>
  <PresentationFormat>Custom</PresentationFormat>
  <Paragraphs>41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rust gamer</dc:creator>
  <cp:lastModifiedBy>rust gamer</cp:lastModifiedBy>
  <cp:revision>4</cp:revision>
  <dcterms:created xsi:type="dcterms:W3CDTF">2026-01-25T09:08:00Z</dcterms:created>
  <dcterms:modified xsi:type="dcterms:W3CDTF">2026-01-26T08:40:08Z</dcterms:modified>
</cp:coreProperties>
</file>