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371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94660"/>
  </p:normalViewPr>
  <p:slideViewPr>
    <p:cSldViewPr snapToGrid="0">
      <p:cViewPr>
        <p:scale>
          <a:sx n="125" d="100"/>
          <a:sy n="125" d="100"/>
        </p:scale>
        <p:origin x="67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122363"/>
            <a:ext cx="10287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02038"/>
            <a:ext cx="10287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7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709739"/>
            <a:ext cx="118300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589464"/>
            <a:ext cx="118300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6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2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65126"/>
            <a:ext cx="11830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681163"/>
            <a:ext cx="58025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505075"/>
            <a:ext cx="5802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681163"/>
            <a:ext cx="5831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505075"/>
            <a:ext cx="5831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51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5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4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987426"/>
            <a:ext cx="694372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1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987426"/>
            <a:ext cx="694372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4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0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65125"/>
            <a:ext cx="295751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65125"/>
            <a:ext cx="870108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2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65126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825625"/>
            <a:ext cx="118300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0DEBB-0D6B-4341-BB60-B32C337DADC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356351"/>
            <a:ext cx="462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35E21-E922-4ACC-AF55-2EE7E6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4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9D38F2D-EF90-6165-5B62-397DF33A18BA}"/>
              </a:ext>
            </a:extLst>
          </p:cNvPr>
          <p:cNvGrpSpPr/>
          <p:nvPr/>
        </p:nvGrpSpPr>
        <p:grpSpPr>
          <a:xfrm>
            <a:off x="186540" y="1902340"/>
            <a:ext cx="13667522" cy="3873620"/>
            <a:chOff x="186540" y="1902340"/>
            <a:chExt cx="10349940" cy="293335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7E7773B-29E7-91CC-1328-D84E1DD1E0CE}"/>
                </a:ext>
              </a:extLst>
            </p:cNvPr>
            <p:cNvSpPr/>
            <p:nvPr/>
          </p:nvSpPr>
          <p:spPr>
            <a:xfrm>
              <a:off x="1669583" y="1904897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G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633009A-CF9B-E185-BF6C-497A2173B31D}"/>
                </a:ext>
              </a:extLst>
            </p:cNvPr>
            <p:cNvSpPr/>
            <p:nvPr/>
          </p:nvSpPr>
          <p:spPr>
            <a:xfrm>
              <a:off x="1306810" y="2564379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P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FCB32AA-D11A-CA31-77B9-6CB4E05A35B7}"/>
                </a:ext>
              </a:extLst>
            </p:cNvPr>
            <p:cNvSpPr/>
            <p:nvPr/>
          </p:nvSpPr>
          <p:spPr>
            <a:xfrm>
              <a:off x="779271" y="3187519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N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742E342-4D0E-EC2B-AB3F-A55306F8CF02}"/>
                </a:ext>
              </a:extLst>
            </p:cNvPr>
            <p:cNvSpPr/>
            <p:nvPr/>
          </p:nvSpPr>
          <p:spPr>
            <a:xfrm>
              <a:off x="2197121" y="2539701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U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C7FAFEC-CE48-31F1-1796-37B1268C03C7}"/>
                </a:ext>
              </a:extLst>
            </p:cNvPr>
            <p:cNvCxnSpPr>
              <a:cxnSpLocks/>
              <a:stCxn id="32" idx="3"/>
              <a:endCxn id="33" idx="0"/>
            </p:cNvCxnSpPr>
            <p:nvPr/>
          </p:nvCxnSpPr>
          <p:spPr>
            <a:xfrm flipH="1">
              <a:off x="1570580" y="2355179"/>
              <a:ext cx="176259" cy="20919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D78B819-EAE6-AC81-5D01-A409CFEE25D5}"/>
                </a:ext>
              </a:extLst>
            </p:cNvPr>
            <p:cNvCxnSpPr>
              <a:stCxn id="32" idx="5"/>
              <a:endCxn id="35" idx="1"/>
            </p:cNvCxnSpPr>
            <p:nvPr/>
          </p:nvCxnSpPr>
          <p:spPr>
            <a:xfrm>
              <a:off x="2119866" y="2355178"/>
              <a:ext cx="154511" cy="2617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DED9CA0-3A90-800A-C8A3-F0D7DD86E450}"/>
                </a:ext>
              </a:extLst>
            </p:cNvPr>
            <p:cNvCxnSpPr>
              <a:cxnSpLocks/>
              <a:stCxn id="34" idx="5"/>
            </p:cNvCxnSpPr>
            <p:nvPr/>
          </p:nvCxnSpPr>
          <p:spPr>
            <a:xfrm>
              <a:off x="1229554" y="3637802"/>
              <a:ext cx="174411" cy="4864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8C55A89-5BB0-5CEB-A1DD-6DABB2E85A19}"/>
                </a:ext>
              </a:extLst>
            </p:cNvPr>
            <p:cNvCxnSpPr>
              <a:cxnSpLocks/>
              <a:stCxn id="34" idx="3"/>
              <a:endCxn id="36" idx="7"/>
            </p:cNvCxnSpPr>
            <p:nvPr/>
          </p:nvCxnSpPr>
          <p:spPr>
            <a:xfrm flipH="1">
              <a:off x="650772" y="3637801"/>
              <a:ext cx="205754" cy="320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56B485C-C9D2-2024-6CD5-E3F6E275199E}"/>
                </a:ext>
              </a:extLst>
            </p:cNvPr>
            <p:cNvCxnSpPr>
              <a:cxnSpLocks/>
            </p:cNvCxnSpPr>
            <p:nvPr/>
          </p:nvCxnSpPr>
          <p:spPr>
            <a:xfrm>
              <a:off x="1717468" y="3033829"/>
              <a:ext cx="154512" cy="2617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58DAD22-3D84-EAF4-25B1-D6CDED8F50AC}"/>
                </a:ext>
              </a:extLst>
            </p:cNvPr>
            <p:cNvCxnSpPr>
              <a:cxnSpLocks/>
              <a:stCxn id="33" idx="3"/>
              <a:endCxn id="34" idx="7"/>
            </p:cNvCxnSpPr>
            <p:nvPr/>
          </p:nvCxnSpPr>
          <p:spPr>
            <a:xfrm flipH="1">
              <a:off x="1229552" y="3014660"/>
              <a:ext cx="154512" cy="2501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34116A6-CCDC-E175-CCEE-F930117F1DEE}"/>
                </a:ext>
              </a:extLst>
            </p:cNvPr>
            <p:cNvGrpSpPr/>
            <p:nvPr/>
          </p:nvGrpSpPr>
          <p:grpSpPr>
            <a:xfrm>
              <a:off x="186540" y="3881024"/>
              <a:ext cx="659451" cy="847580"/>
              <a:chOff x="4067711" y="3179882"/>
              <a:chExt cx="1099085" cy="1412632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E3F6121-15BF-A581-0D72-EB11A55238C9}"/>
                  </a:ext>
                </a:extLst>
              </p:cNvPr>
              <p:cNvSpPr/>
              <p:nvPr/>
            </p:nvSpPr>
            <p:spPr>
              <a:xfrm>
                <a:off x="4090962" y="3179882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C1</a:t>
                </a: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E8B31DB-5C8A-CEE8-ED30-403F12623A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67711" y="4019741"/>
                <a:ext cx="292493" cy="5727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45514DA-0279-C276-9F19-096C6CBCC53D}"/>
                  </a:ext>
                </a:extLst>
              </p:cNvPr>
              <p:cNvCxnSpPr>
                <a:cxnSpLocks/>
                <a:stCxn id="36" idx="5"/>
              </p:cNvCxnSpPr>
              <p:nvPr/>
            </p:nvCxnSpPr>
            <p:spPr>
              <a:xfrm>
                <a:off x="4841433" y="3930353"/>
                <a:ext cx="325363" cy="6621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row: Curved Down 61">
              <a:extLst>
                <a:ext uri="{FF2B5EF4-FFF2-40B4-BE49-F238E27FC236}">
                  <a16:creationId xmlns:a16="http://schemas.microsoft.com/office/drawing/2014/main" id="{03D372B4-5CA1-6D04-5FEE-4A20931EDC1C}"/>
                </a:ext>
              </a:extLst>
            </p:cNvPr>
            <p:cNvSpPr/>
            <p:nvPr/>
          </p:nvSpPr>
          <p:spPr>
            <a:xfrm>
              <a:off x="1768979" y="2451787"/>
              <a:ext cx="438395" cy="209199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C79D201-EB12-17E6-107F-023C43F648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2356" y="3033828"/>
              <a:ext cx="97919" cy="2423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4F56411-7FB1-5209-11B8-8A7A3F22E464}"/>
                </a:ext>
              </a:extLst>
            </p:cNvPr>
            <p:cNvCxnSpPr>
              <a:cxnSpLocks/>
            </p:cNvCxnSpPr>
            <p:nvPr/>
          </p:nvCxnSpPr>
          <p:spPr>
            <a:xfrm>
              <a:off x="2568133" y="3019893"/>
              <a:ext cx="122012" cy="2240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5C58CC5-8C51-1F56-1E09-DBF2C4C8EB7C}"/>
                </a:ext>
              </a:extLst>
            </p:cNvPr>
            <p:cNvSpPr/>
            <p:nvPr/>
          </p:nvSpPr>
          <p:spPr>
            <a:xfrm>
              <a:off x="5368821" y="2614399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G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461D42A-36C1-0ED0-3935-E455B3AB3112}"/>
                </a:ext>
              </a:extLst>
            </p:cNvPr>
            <p:cNvSpPr/>
            <p:nvPr/>
          </p:nvSpPr>
          <p:spPr>
            <a:xfrm>
              <a:off x="4635222" y="1979595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P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610B6C8-2E98-D33B-84D5-296E52FEEDB7}"/>
                </a:ext>
              </a:extLst>
            </p:cNvPr>
            <p:cNvSpPr/>
            <p:nvPr/>
          </p:nvSpPr>
          <p:spPr>
            <a:xfrm>
              <a:off x="3867412" y="2627413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N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4A0E971-1E56-FFB9-3957-C32BD2883D27}"/>
                </a:ext>
              </a:extLst>
            </p:cNvPr>
            <p:cNvSpPr/>
            <p:nvPr/>
          </p:nvSpPr>
          <p:spPr>
            <a:xfrm>
              <a:off x="5893715" y="3306732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U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84556A7-ECEA-122A-3C3A-C4DABFAA311C}"/>
                </a:ext>
              </a:extLst>
            </p:cNvPr>
            <p:cNvCxnSpPr>
              <a:cxnSpLocks/>
              <a:stCxn id="66" idx="0"/>
              <a:endCxn id="67" idx="5"/>
            </p:cNvCxnSpPr>
            <p:nvPr/>
          </p:nvCxnSpPr>
          <p:spPr>
            <a:xfrm flipH="1" flipV="1">
              <a:off x="5085503" y="2429876"/>
              <a:ext cx="547086" cy="18452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981D046-ABF6-D8C4-513E-AE315A920D94}"/>
                </a:ext>
              </a:extLst>
            </p:cNvPr>
            <p:cNvCxnSpPr>
              <a:stCxn id="66" idx="5"/>
              <a:endCxn id="69" idx="1"/>
            </p:cNvCxnSpPr>
            <p:nvPr/>
          </p:nvCxnSpPr>
          <p:spPr>
            <a:xfrm>
              <a:off x="5819101" y="3064680"/>
              <a:ext cx="151868" cy="319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C44EB5B-B924-9394-C472-A2F1725180AF}"/>
                </a:ext>
              </a:extLst>
            </p:cNvPr>
            <p:cNvCxnSpPr>
              <a:cxnSpLocks/>
              <a:stCxn id="68" idx="5"/>
            </p:cNvCxnSpPr>
            <p:nvPr/>
          </p:nvCxnSpPr>
          <p:spPr>
            <a:xfrm>
              <a:off x="4317694" y="3077695"/>
              <a:ext cx="215192" cy="320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0732301-9B2F-E57B-D1FA-C0B43F3BC30F}"/>
                </a:ext>
              </a:extLst>
            </p:cNvPr>
            <p:cNvCxnSpPr>
              <a:cxnSpLocks/>
              <a:stCxn id="68" idx="3"/>
              <a:endCxn id="77" idx="7"/>
            </p:cNvCxnSpPr>
            <p:nvPr/>
          </p:nvCxnSpPr>
          <p:spPr>
            <a:xfrm flipH="1">
              <a:off x="3738913" y="3077695"/>
              <a:ext cx="205754" cy="320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3F6DCD9-2EEB-B7B0-53A3-1237AFF90540}"/>
                </a:ext>
              </a:extLst>
            </p:cNvPr>
            <p:cNvCxnSpPr>
              <a:cxnSpLocks/>
              <a:stCxn id="67" idx="3"/>
              <a:endCxn id="68" idx="7"/>
            </p:cNvCxnSpPr>
            <p:nvPr/>
          </p:nvCxnSpPr>
          <p:spPr>
            <a:xfrm flipH="1">
              <a:off x="4317693" y="2429876"/>
              <a:ext cx="394784" cy="2747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C77CA36-4025-5D97-BDDF-72924E0E472A}"/>
                </a:ext>
              </a:extLst>
            </p:cNvPr>
            <p:cNvGrpSpPr/>
            <p:nvPr/>
          </p:nvGrpSpPr>
          <p:grpSpPr>
            <a:xfrm>
              <a:off x="3274680" y="3320918"/>
              <a:ext cx="659451" cy="847580"/>
              <a:chOff x="4067711" y="3179882"/>
              <a:chExt cx="1099085" cy="1412632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014FF677-A5F5-3523-E8A7-C8881113F9A8}"/>
                  </a:ext>
                </a:extLst>
              </p:cNvPr>
              <p:cNvSpPr/>
              <p:nvPr/>
            </p:nvSpPr>
            <p:spPr>
              <a:xfrm>
                <a:off x="4090962" y="3179882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C1</a:t>
                </a: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B780698-4C09-DE72-DF14-9F13CBA269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67711" y="4019741"/>
                <a:ext cx="292493" cy="5727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62930B7-C41A-1248-55A6-8D24C363EFDE}"/>
                  </a:ext>
                </a:extLst>
              </p:cNvPr>
              <p:cNvCxnSpPr>
                <a:cxnSpLocks/>
                <a:stCxn id="77" idx="5"/>
              </p:cNvCxnSpPr>
              <p:nvPr/>
            </p:nvCxnSpPr>
            <p:spPr>
              <a:xfrm>
                <a:off x="4841433" y="3930353"/>
                <a:ext cx="325363" cy="6621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467BD60-1C5D-79DC-2824-98D5D04C1783}"/>
                </a:ext>
              </a:extLst>
            </p:cNvPr>
            <p:cNvCxnSpPr>
              <a:cxnSpLocks/>
              <a:stCxn id="69" idx="3"/>
            </p:cNvCxnSpPr>
            <p:nvPr/>
          </p:nvCxnSpPr>
          <p:spPr>
            <a:xfrm flipH="1">
              <a:off x="5893713" y="3757013"/>
              <a:ext cx="77256" cy="3567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9779D45-AFC8-84A8-3DDE-84BF76E31DA4}"/>
                </a:ext>
              </a:extLst>
            </p:cNvPr>
            <p:cNvCxnSpPr>
              <a:cxnSpLocks/>
              <a:stCxn id="69" idx="5"/>
            </p:cNvCxnSpPr>
            <p:nvPr/>
          </p:nvCxnSpPr>
          <p:spPr>
            <a:xfrm>
              <a:off x="6343996" y="3757014"/>
              <a:ext cx="190367" cy="3072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64BD572-BBA9-4DCB-D41A-4CC4FE722C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9500" y="3109446"/>
              <a:ext cx="110807" cy="2562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22B2A15-F92D-410E-5545-D406B74EE6FA}"/>
                </a:ext>
              </a:extLst>
            </p:cNvPr>
            <p:cNvSpPr/>
            <p:nvPr/>
          </p:nvSpPr>
          <p:spPr>
            <a:xfrm>
              <a:off x="1170001" y="3868629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C2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B1CBA6D-52FD-02E5-B7CB-37BB8FF0CB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087" y="4362358"/>
              <a:ext cx="87748" cy="1466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1E6E851-E401-6BAD-834F-033260BB4773}"/>
                </a:ext>
              </a:extLst>
            </p:cNvPr>
            <p:cNvCxnSpPr>
              <a:cxnSpLocks/>
            </p:cNvCxnSpPr>
            <p:nvPr/>
          </p:nvCxnSpPr>
          <p:spPr>
            <a:xfrm>
              <a:off x="1635371" y="4340064"/>
              <a:ext cx="62169" cy="231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5C44B34-0101-71F5-557D-E7B4319B1221}"/>
                </a:ext>
              </a:extLst>
            </p:cNvPr>
            <p:cNvSpPr/>
            <p:nvPr/>
          </p:nvSpPr>
          <p:spPr>
            <a:xfrm>
              <a:off x="1660218" y="3243950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S</a:t>
              </a: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C303F48-C0F0-EB53-D7EB-B56B882C5A16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 flipH="1">
              <a:off x="1687639" y="3694232"/>
              <a:ext cx="49835" cy="1264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7FDECA90-4CAD-94AA-470F-2ED90EA2F225}"/>
                </a:ext>
              </a:extLst>
            </p:cNvPr>
            <p:cNvCxnSpPr>
              <a:cxnSpLocks/>
            </p:cNvCxnSpPr>
            <p:nvPr/>
          </p:nvCxnSpPr>
          <p:spPr>
            <a:xfrm>
              <a:off x="2102711" y="3680315"/>
              <a:ext cx="85044" cy="140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B11ECDB-5E2A-6E97-30E7-2A0E64B0EB98}"/>
                </a:ext>
              </a:extLst>
            </p:cNvPr>
            <p:cNvSpPr/>
            <p:nvPr/>
          </p:nvSpPr>
          <p:spPr>
            <a:xfrm>
              <a:off x="4186415" y="3361405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C2</a:t>
              </a: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B757B2C-563F-7B7F-ADA7-D56901A2B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07174" y="3855133"/>
              <a:ext cx="82076" cy="2402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CE44B38-FAC9-2EC2-4FD4-9652C78EB90D}"/>
                </a:ext>
              </a:extLst>
            </p:cNvPr>
            <p:cNvCxnSpPr>
              <a:cxnSpLocks/>
            </p:cNvCxnSpPr>
            <p:nvPr/>
          </p:nvCxnSpPr>
          <p:spPr>
            <a:xfrm>
              <a:off x="4651783" y="3832842"/>
              <a:ext cx="149354" cy="262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26666E2-1EBB-93CB-067F-36E425446072}"/>
                </a:ext>
              </a:extLst>
            </p:cNvPr>
            <p:cNvSpPr/>
            <p:nvPr/>
          </p:nvSpPr>
          <p:spPr>
            <a:xfrm>
              <a:off x="5074181" y="3365541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S</a:t>
              </a:r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9C1F9DC-1F9E-E182-C399-2DD83548A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7247" y="3852451"/>
              <a:ext cx="82076" cy="2402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EE5E9CF-B0EA-D180-3D78-A947EB9EFC5A}"/>
                </a:ext>
              </a:extLst>
            </p:cNvPr>
            <p:cNvCxnSpPr>
              <a:cxnSpLocks/>
            </p:cNvCxnSpPr>
            <p:nvPr/>
          </p:nvCxnSpPr>
          <p:spPr>
            <a:xfrm>
              <a:off x="5502893" y="3830160"/>
              <a:ext cx="149354" cy="262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4C59DBF0-6304-2BC2-6214-65158FCF4BCD}"/>
                </a:ext>
              </a:extLst>
            </p:cNvPr>
            <p:cNvSpPr/>
            <p:nvPr/>
          </p:nvSpPr>
          <p:spPr>
            <a:xfrm>
              <a:off x="9209319" y="2537145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G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74094E5-B2F6-EA19-FD56-F12BFA6A3AF7}"/>
                </a:ext>
              </a:extLst>
            </p:cNvPr>
            <p:cNvSpPr/>
            <p:nvPr/>
          </p:nvSpPr>
          <p:spPr>
            <a:xfrm>
              <a:off x="8475720" y="1902340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P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B34A82D-CA22-0242-E8FD-E1E009E011D2}"/>
                </a:ext>
              </a:extLst>
            </p:cNvPr>
            <p:cNvSpPr/>
            <p:nvPr/>
          </p:nvSpPr>
          <p:spPr>
            <a:xfrm>
              <a:off x="7707911" y="2550159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N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C32469C-0302-AEA3-6AD8-1DCB3F8096BC}"/>
                </a:ext>
              </a:extLst>
            </p:cNvPr>
            <p:cNvSpPr/>
            <p:nvPr/>
          </p:nvSpPr>
          <p:spPr>
            <a:xfrm>
              <a:off x="9734214" y="3229476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U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7771747-55D2-4033-82A2-79BE8B0145A2}"/>
                </a:ext>
              </a:extLst>
            </p:cNvPr>
            <p:cNvCxnSpPr>
              <a:cxnSpLocks/>
              <a:stCxn id="140" idx="0"/>
              <a:endCxn id="141" idx="5"/>
            </p:cNvCxnSpPr>
            <p:nvPr/>
          </p:nvCxnSpPr>
          <p:spPr>
            <a:xfrm flipH="1" flipV="1">
              <a:off x="8926001" y="2352621"/>
              <a:ext cx="547086" cy="18452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0B9D1CF-AE66-A858-0226-A76E48C2E859}"/>
                </a:ext>
              </a:extLst>
            </p:cNvPr>
            <p:cNvCxnSpPr>
              <a:stCxn id="140" idx="5"/>
              <a:endCxn id="143" idx="1"/>
            </p:cNvCxnSpPr>
            <p:nvPr/>
          </p:nvCxnSpPr>
          <p:spPr>
            <a:xfrm>
              <a:off x="9659600" y="2987426"/>
              <a:ext cx="151868" cy="3193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D2C3B6C-B477-0A6C-F7F5-AB8082049896}"/>
                </a:ext>
              </a:extLst>
            </p:cNvPr>
            <p:cNvCxnSpPr>
              <a:cxnSpLocks/>
              <a:stCxn id="142" idx="5"/>
            </p:cNvCxnSpPr>
            <p:nvPr/>
          </p:nvCxnSpPr>
          <p:spPr>
            <a:xfrm>
              <a:off x="8158193" y="3000440"/>
              <a:ext cx="215192" cy="320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B3CBD43-BA80-2582-2ADF-AF0F57D1FD8A}"/>
                </a:ext>
              </a:extLst>
            </p:cNvPr>
            <p:cNvCxnSpPr>
              <a:cxnSpLocks/>
              <a:stCxn id="142" idx="3"/>
              <a:endCxn id="150" idx="7"/>
            </p:cNvCxnSpPr>
            <p:nvPr/>
          </p:nvCxnSpPr>
          <p:spPr>
            <a:xfrm flipH="1">
              <a:off x="7579411" y="3000440"/>
              <a:ext cx="205754" cy="320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FB49634-6F82-E411-BDF1-B77DE6BD0C88}"/>
                </a:ext>
              </a:extLst>
            </p:cNvPr>
            <p:cNvCxnSpPr>
              <a:cxnSpLocks/>
              <a:stCxn id="141" idx="3"/>
              <a:endCxn id="142" idx="7"/>
            </p:cNvCxnSpPr>
            <p:nvPr/>
          </p:nvCxnSpPr>
          <p:spPr>
            <a:xfrm flipH="1">
              <a:off x="8158192" y="2352621"/>
              <a:ext cx="394784" cy="2747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D4F3CECE-2093-EF1F-E9A1-00F19BA60EB6}"/>
                </a:ext>
              </a:extLst>
            </p:cNvPr>
            <p:cNvGrpSpPr/>
            <p:nvPr/>
          </p:nvGrpSpPr>
          <p:grpSpPr>
            <a:xfrm>
              <a:off x="7115179" y="3243664"/>
              <a:ext cx="659451" cy="847580"/>
              <a:chOff x="4067711" y="3179882"/>
              <a:chExt cx="1099085" cy="1412632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6D5F07BE-6069-47F7-E95B-044D63D98906}"/>
                  </a:ext>
                </a:extLst>
              </p:cNvPr>
              <p:cNvSpPr/>
              <p:nvPr/>
            </p:nvSpPr>
            <p:spPr>
              <a:xfrm>
                <a:off x="4090962" y="3179882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C1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F9A58A5-D181-105A-FE90-BA3BF5D5D5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67711" y="4019741"/>
                <a:ext cx="292493" cy="5727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46694E59-C20F-E220-B5CE-9D3B91E45F25}"/>
                  </a:ext>
                </a:extLst>
              </p:cNvPr>
              <p:cNvCxnSpPr>
                <a:cxnSpLocks/>
                <a:stCxn id="150" idx="5"/>
              </p:cNvCxnSpPr>
              <p:nvPr/>
            </p:nvCxnSpPr>
            <p:spPr>
              <a:xfrm>
                <a:off x="4841433" y="3930353"/>
                <a:ext cx="325363" cy="6621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2124AF9-13FC-A3E9-8ED3-65296B2F02EF}"/>
                </a:ext>
              </a:extLst>
            </p:cNvPr>
            <p:cNvCxnSpPr>
              <a:cxnSpLocks/>
              <a:stCxn id="143" idx="3"/>
            </p:cNvCxnSpPr>
            <p:nvPr/>
          </p:nvCxnSpPr>
          <p:spPr>
            <a:xfrm flipH="1">
              <a:off x="9734212" y="3679758"/>
              <a:ext cx="77256" cy="3567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2DBA4E2-BC70-55A3-D8D3-E66348FC4DD3}"/>
                </a:ext>
              </a:extLst>
            </p:cNvPr>
            <p:cNvCxnSpPr>
              <a:cxnSpLocks/>
            </p:cNvCxnSpPr>
            <p:nvPr/>
          </p:nvCxnSpPr>
          <p:spPr>
            <a:xfrm>
              <a:off x="10128511" y="3713738"/>
              <a:ext cx="190367" cy="3072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AB470B6-A9DC-E1C1-1433-9E0E1BE73E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9999" y="3032191"/>
              <a:ext cx="110807" cy="2562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DBF81A65-BEE8-0891-3534-E8000B420677}"/>
                </a:ext>
              </a:extLst>
            </p:cNvPr>
            <p:cNvSpPr/>
            <p:nvPr/>
          </p:nvSpPr>
          <p:spPr>
            <a:xfrm>
              <a:off x="8026914" y="3284151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C2</a:t>
              </a:r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8108CBB-FA30-E944-E3BD-A53465B5E4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7672" y="3777878"/>
              <a:ext cx="82076" cy="2402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AFA0253-235C-FD86-2C8C-DF4CDCC04570}"/>
                </a:ext>
              </a:extLst>
            </p:cNvPr>
            <p:cNvCxnSpPr>
              <a:cxnSpLocks/>
            </p:cNvCxnSpPr>
            <p:nvPr/>
          </p:nvCxnSpPr>
          <p:spPr>
            <a:xfrm>
              <a:off x="8492282" y="3755588"/>
              <a:ext cx="149354" cy="262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0462DD6E-D850-EB72-CBD3-A6D1EFB8D833}"/>
                </a:ext>
              </a:extLst>
            </p:cNvPr>
            <p:cNvSpPr/>
            <p:nvPr/>
          </p:nvSpPr>
          <p:spPr>
            <a:xfrm>
              <a:off x="8914680" y="3288287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S</a:t>
              </a:r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954773B7-40AC-CEAC-15B7-30A0620A13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37745" y="3775196"/>
              <a:ext cx="82076" cy="2402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ABCD099-9797-03E6-3120-3A0D2AEC8896}"/>
                </a:ext>
              </a:extLst>
            </p:cNvPr>
            <p:cNvCxnSpPr>
              <a:cxnSpLocks/>
            </p:cNvCxnSpPr>
            <p:nvPr/>
          </p:nvCxnSpPr>
          <p:spPr>
            <a:xfrm>
              <a:off x="9343392" y="3752906"/>
              <a:ext cx="149354" cy="262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Arrow: Up 163">
              <a:extLst>
                <a:ext uri="{FF2B5EF4-FFF2-40B4-BE49-F238E27FC236}">
                  <a16:creationId xmlns:a16="http://schemas.microsoft.com/office/drawing/2014/main" id="{010780ED-6012-092C-24E5-4A02AB14FB49}"/>
                </a:ext>
              </a:extLst>
            </p:cNvPr>
            <p:cNvSpPr/>
            <p:nvPr/>
          </p:nvSpPr>
          <p:spPr>
            <a:xfrm rot="16200000">
              <a:off x="5239094" y="1848511"/>
              <a:ext cx="118938" cy="381104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65" name="Arrow: Up 164">
              <a:extLst>
                <a:ext uri="{FF2B5EF4-FFF2-40B4-BE49-F238E27FC236}">
                  <a16:creationId xmlns:a16="http://schemas.microsoft.com/office/drawing/2014/main" id="{94CAD78C-3429-D8B4-F506-58DF4E92CD51}"/>
                </a:ext>
              </a:extLst>
            </p:cNvPr>
            <p:cNvSpPr/>
            <p:nvPr/>
          </p:nvSpPr>
          <p:spPr>
            <a:xfrm rot="10800000">
              <a:off x="5628816" y="2206252"/>
              <a:ext cx="118938" cy="381104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D3AB9132-D406-6537-7708-488E46AFC4AF}"/>
                </a:ext>
              </a:extLst>
            </p:cNvPr>
            <p:cNvSpPr txBox="1"/>
            <p:nvPr/>
          </p:nvSpPr>
          <p:spPr>
            <a:xfrm>
              <a:off x="5495009" y="1974037"/>
              <a:ext cx="769007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80" dirty="0"/>
                <a:t>Recolor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1C85E2E-66C1-C5CF-E90A-A9EFB0E5261A}"/>
                </a:ext>
              </a:extLst>
            </p:cNvPr>
            <p:cNvSpPr txBox="1"/>
            <p:nvPr/>
          </p:nvSpPr>
          <p:spPr>
            <a:xfrm>
              <a:off x="3814316" y="4577166"/>
              <a:ext cx="2449700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80" dirty="0"/>
                <a:t>rotation doesn’t change Black height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7447588-5852-1D8F-C352-2DCDF5B7CD7C}"/>
                </a:ext>
              </a:extLst>
            </p:cNvPr>
            <p:cNvSpPr txBox="1"/>
            <p:nvPr/>
          </p:nvSpPr>
          <p:spPr>
            <a:xfrm>
              <a:off x="7470038" y="4573603"/>
              <a:ext cx="3066442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80" dirty="0"/>
                <a:t>Now we push the extra red into sibling tree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926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90FB-51F7-C18B-5D55-E5CFC045C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204A6C-496A-9D1B-23A8-151722A82D4B}"/>
              </a:ext>
            </a:extLst>
          </p:cNvPr>
          <p:cNvGrpSpPr/>
          <p:nvPr/>
        </p:nvGrpSpPr>
        <p:grpSpPr>
          <a:xfrm>
            <a:off x="1930704" y="889260"/>
            <a:ext cx="9247835" cy="5797934"/>
            <a:chOff x="140005" y="1826520"/>
            <a:chExt cx="5665190" cy="355179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1914ACB-B71C-F69E-F88C-126A781EAB61}"/>
                </a:ext>
              </a:extLst>
            </p:cNvPr>
            <p:cNvGrpSpPr/>
            <p:nvPr/>
          </p:nvGrpSpPr>
          <p:grpSpPr>
            <a:xfrm>
              <a:off x="206756" y="2022399"/>
              <a:ext cx="2110154" cy="2035303"/>
              <a:chOff x="410306" y="1008184"/>
              <a:chExt cx="3516924" cy="3392171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00E9BF5-C329-9E3E-3B3A-DABC8AC90C2A}"/>
                  </a:ext>
                </a:extLst>
              </p:cNvPr>
              <p:cNvSpPr/>
              <p:nvPr/>
            </p:nvSpPr>
            <p:spPr>
              <a:xfrm>
                <a:off x="2168769" y="1008184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G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C3289AB-181E-AA33-2AD2-A6324412B206}"/>
                  </a:ext>
                </a:extLst>
              </p:cNvPr>
              <p:cNvSpPr/>
              <p:nvPr/>
            </p:nvSpPr>
            <p:spPr>
              <a:xfrm>
                <a:off x="2168768" y="3124200"/>
                <a:ext cx="879231" cy="87923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N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16B2E7-C985-0571-14B3-849E7FD8E1E8}"/>
                  </a:ext>
                </a:extLst>
              </p:cNvPr>
              <p:cNvSpPr/>
              <p:nvPr/>
            </p:nvSpPr>
            <p:spPr>
              <a:xfrm>
                <a:off x="1289537" y="2066192"/>
                <a:ext cx="879231" cy="87923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P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9B38F7F-3090-3227-0CB1-4428A708E3DD}"/>
                  </a:ext>
                </a:extLst>
              </p:cNvPr>
              <p:cNvSpPr/>
              <p:nvPr/>
            </p:nvSpPr>
            <p:spPr>
              <a:xfrm>
                <a:off x="3047999" y="2066191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U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8F68926-AFD8-F787-A448-D6EAD6EEF655}"/>
                  </a:ext>
                </a:extLst>
              </p:cNvPr>
              <p:cNvSpPr/>
              <p:nvPr/>
            </p:nvSpPr>
            <p:spPr>
              <a:xfrm>
                <a:off x="410306" y="3124199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17EEA1F-3B2C-E0C8-6590-1E97554D2CDD}"/>
                  </a:ext>
                </a:extLst>
              </p:cNvPr>
              <p:cNvCxnSpPr>
                <a:stCxn id="4" idx="3"/>
                <a:endCxn id="6" idx="7"/>
              </p:cNvCxnSpPr>
              <p:nvPr/>
            </p:nvCxnSpPr>
            <p:spPr>
              <a:xfrm flipH="1">
                <a:off x="2040008" y="1758655"/>
                <a:ext cx="257521" cy="43629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9D2FE39-7659-52CA-04ED-BDD86E086E6A}"/>
                  </a:ext>
                </a:extLst>
              </p:cNvPr>
              <p:cNvCxnSpPr>
                <a:stCxn id="4" idx="5"/>
                <a:endCxn id="7" idx="1"/>
              </p:cNvCxnSpPr>
              <p:nvPr/>
            </p:nvCxnSpPr>
            <p:spPr>
              <a:xfrm>
                <a:off x="2919240" y="1758655"/>
                <a:ext cx="257519" cy="4362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5170CAE-CEA6-1AE0-8F5B-23E0B1FCDA48}"/>
                  </a:ext>
                </a:extLst>
              </p:cNvPr>
              <p:cNvCxnSpPr>
                <a:cxnSpLocks/>
                <a:stCxn id="6" idx="5"/>
                <a:endCxn id="5" idx="1"/>
              </p:cNvCxnSpPr>
              <p:nvPr/>
            </p:nvCxnSpPr>
            <p:spPr>
              <a:xfrm>
                <a:off x="2040008" y="2816663"/>
                <a:ext cx="257520" cy="4362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1FFA62A-BE59-A18B-D053-D04D104C8298}"/>
                  </a:ext>
                </a:extLst>
              </p:cNvPr>
              <p:cNvCxnSpPr>
                <a:cxnSpLocks/>
                <a:stCxn id="6" idx="3"/>
                <a:endCxn id="8" idx="7"/>
              </p:cNvCxnSpPr>
              <p:nvPr/>
            </p:nvCxnSpPr>
            <p:spPr>
              <a:xfrm flipH="1">
                <a:off x="1160777" y="2816663"/>
                <a:ext cx="257520" cy="4362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76F5BAA-1415-04A5-AF77-A95E754E7B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3730" y="3964058"/>
                <a:ext cx="257520" cy="4362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F7DD990-50A1-A5D7-E090-E4CFF4AEBB88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 flipH="1">
                <a:off x="2145517" y="3874671"/>
                <a:ext cx="152011" cy="5256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71760E7-096B-33DE-4E2C-E08A07A5EE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4475" y="3964058"/>
                <a:ext cx="105073" cy="3072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47FF807-CF27-8B33-B5E0-154474979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432" y="3935070"/>
                <a:ext cx="73160" cy="3757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Arrow: Curved Up 28">
                <a:extLst>
                  <a:ext uri="{FF2B5EF4-FFF2-40B4-BE49-F238E27FC236}">
                    <a16:creationId xmlns:a16="http://schemas.microsoft.com/office/drawing/2014/main" id="{E5462298-EA11-B2DC-7372-18D7A202D42B}"/>
                  </a:ext>
                </a:extLst>
              </p:cNvPr>
              <p:cNvSpPr/>
              <p:nvPr/>
            </p:nvSpPr>
            <p:spPr>
              <a:xfrm rot="10800000">
                <a:off x="1277911" y="3042234"/>
                <a:ext cx="879231" cy="428088"/>
              </a:xfrm>
              <a:prstGeom prst="curved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EEDA5AA-92BB-C325-7D75-0DD0D5037F0F}"/>
                </a:ext>
              </a:extLst>
            </p:cNvPr>
            <p:cNvSpPr/>
            <p:nvPr/>
          </p:nvSpPr>
          <p:spPr>
            <a:xfrm>
              <a:off x="4377948" y="1826520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G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2CBC4F3-3AA5-F2F9-58DF-02F5EC12CB31}"/>
                </a:ext>
              </a:extLst>
            </p:cNvPr>
            <p:cNvSpPr/>
            <p:nvPr/>
          </p:nvSpPr>
          <p:spPr>
            <a:xfrm>
              <a:off x="4015176" y="2486001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N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15031C8-BD4F-3EF9-F2EE-3673A4E31CB5}"/>
                </a:ext>
              </a:extLst>
            </p:cNvPr>
            <p:cNvSpPr/>
            <p:nvPr/>
          </p:nvSpPr>
          <p:spPr>
            <a:xfrm>
              <a:off x="3487637" y="3109142"/>
              <a:ext cx="527539" cy="5275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P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4F9B0C0-311B-28B3-2093-18D99BC49F20}"/>
                </a:ext>
              </a:extLst>
            </p:cNvPr>
            <p:cNvSpPr/>
            <p:nvPr/>
          </p:nvSpPr>
          <p:spPr>
            <a:xfrm>
              <a:off x="4905486" y="2461323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U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33ABB6-3102-9C2D-8068-D939DE62CC66}"/>
                </a:ext>
              </a:extLst>
            </p:cNvPr>
            <p:cNvCxnSpPr>
              <a:cxnSpLocks/>
              <a:stCxn id="32" idx="3"/>
              <a:endCxn id="33" idx="0"/>
            </p:cNvCxnSpPr>
            <p:nvPr/>
          </p:nvCxnSpPr>
          <p:spPr>
            <a:xfrm flipH="1">
              <a:off x="4278945" y="2276802"/>
              <a:ext cx="176259" cy="20919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C7E8AE-101C-FA9D-9DB6-CA308265EB95}"/>
                </a:ext>
              </a:extLst>
            </p:cNvPr>
            <p:cNvCxnSpPr>
              <a:stCxn id="32" idx="5"/>
              <a:endCxn id="35" idx="1"/>
            </p:cNvCxnSpPr>
            <p:nvPr/>
          </p:nvCxnSpPr>
          <p:spPr>
            <a:xfrm>
              <a:off x="4828231" y="2276801"/>
              <a:ext cx="154511" cy="2617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1B802AA-1B9A-7FEB-9DFE-8EF1A0B8B167}"/>
                </a:ext>
              </a:extLst>
            </p:cNvPr>
            <p:cNvCxnSpPr>
              <a:cxnSpLocks/>
              <a:stCxn id="34" idx="5"/>
            </p:cNvCxnSpPr>
            <p:nvPr/>
          </p:nvCxnSpPr>
          <p:spPr>
            <a:xfrm>
              <a:off x="3937919" y="3559425"/>
              <a:ext cx="174411" cy="4864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E7D75C2-6852-CF85-1E08-62A81684F6F1}"/>
                </a:ext>
              </a:extLst>
            </p:cNvPr>
            <p:cNvCxnSpPr>
              <a:cxnSpLocks/>
              <a:stCxn id="34" idx="3"/>
              <a:endCxn id="36" idx="7"/>
            </p:cNvCxnSpPr>
            <p:nvPr/>
          </p:nvCxnSpPr>
          <p:spPr>
            <a:xfrm flipH="1">
              <a:off x="3359137" y="3559423"/>
              <a:ext cx="205754" cy="320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105C9DE-97A8-0A87-FD4F-3F62504918ED}"/>
                </a:ext>
              </a:extLst>
            </p:cNvPr>
            <p:cNvCxnSpPr>
              <a:cxnSpLocks/>
            </p:cNvCxnSpPr>
            <p:nvPr/>
          </p:nvCxnSpPr>
          <p:spPr>
            <a:xfrm>
              <a:off x="4425833" y="2955452"/>
              <a:ext cx="154512" cy="2617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93AD0E8-34D4-8D33-BD6A-053D4AD66FB0}"/>
                </a:ext>
              </a:extLst>
            </p:cNvPr>
            <p:cNvCxnSpPr>
              <a:cxnSpLocks/>
              <a:stCxn id="33" idx="3"/>
              <a:endCxn id="34" idx="7"/>
            </p:cNvCxnSpPr>
            <p:nvPr/>
          </p:nvCxnSpPr>
          <p:spPr>
            <a:xfrm flipH="1">
              <a:off x="3937918" y="2936283"/>
              <a:ext cx="154512" cy="2501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EE13217-54F6-4F4E-22FF-0EF12CA09FA7}"/>
                </a:ext>
              </a:extLst>
            </p:cNvPr>
            <p:cNvGrpSpPr/>
            <p:nvPr/>
          </p:nvGrpSpPr>
          <p:grpSpPr>
            <a:xfrm>
              <a:off x="2894905" y="3802647"/>
              <a:ext cx="659451" cy="847580"/>
              <a:chOff x="4067711" y="3179882"/>
              <a:chExt cx="1099085" cy="1412632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397BC88-B53A-1577-5099-83F5C615E59B}"/>
                  </a:ext>
                </a:extLst>
              </p:cNvPr>
              <p:cNvSpPr/>
              <p:nvPr/>
            </p:nvSpPr>
            <p:spPr>
              <a:xfrm>
                <a:off x="4090962" y="3179882"/>
                <a:ext cx="879231" cy="87923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80" dirty="0"/>
                  <a:t>S</a:t>
                </a: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59E21CE-201F-7AE9-80AF-A2CDF1CC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67711" y="4019741"/>
                <a:ext cx="292493" cy="5727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8BC2D20-E96A-A892-5C71-F2DA68B0F94B}"/>
                  </a:ext>
                </a:extLst>
              </p:cNvPr>
              <p:cNvCxnSpPr>
                <a:cxnSpLocks/>
                <a:stCxn id="36" idx="5"/>
              </p:cNvCxnSpPr>
              <p:nvPr/>
            </p:nvCxnSpPr>
            <p:spPr>
              <a:xfrm>
                <a:off x="4841433" y="3930353"/>
                <a:ext cx="325363" cy="6621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FD71E8-1BC8-3CA5-23CA-114947E26188}"/>
                </a:ext>
              </a:extLst>
            </p:cNvPr>
            <p:cNvCxnSpPr>
              <a:cxnSpLocks/>
            </p:cNvCxnSpPr>
            <p:nvPr/>
          </p:nvCxnSpPr>
          <p:spPr>
            <a:xfrm>
              <a:off x="2189654" y="3165573"/>
              <a:ext cx="174411" cy="4864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03D433D-FB72-F137-B06C-E71E549D2C08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 flipH="1">
              <a:off x="1917868" y="3184739"/>
              <a:ext cx="135272" cy="4174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row: Curved Down 61">
              <a:extLst>
                <a:ext uri="{FF2B5EF4-FFF2-40B4-BE49-F238E27FC236}">
                  <a16:creationId xmlns:a16="http://schemas.microsoft.com/office/drawing/2014/main" id="{686FAFCB-3686-2DA1-FE70-EB49463D0037}"/>
                </a:ext>
              </a:extLst>
            </p:cNvPr>
            <p:cNvSpPr/>
            <p:nvPr/>
          </p:nvSpPr>
          <p:spPr>
            <a:xfrm>
              <a:off x="4477344" y="2373410"/>
              <a:ext cx="438395" cy="209199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37A41E0-7632-F770-B702-5B51EA20C7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0721" y="2955451"/>
              <a:ext cx="97919" cy="2423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858989D-0FC8-3DB9-6CD0-813AB21A4F24}"/>
                </a:ext>
              </a:extLst>
            </p:cNvPr>
            <p:cNvCxnSpPr>
              <a:cxnSpLocks/>
            </p:cNvCxnSpPr>
            <p:nvPr/>
          </p:nvCxnSpPr>
          <p:spPr>
            <a:xfrm>
              <a:off x="5276497" y="2941516"/>
              <a:ext cx="122012" cy="2240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7BCDF03-2289-640A-05F5-17C20F39241F}"/>
                </a:ext>
              </a:extLst>
            </p:cNvPr>
            <p:cNvSpPr/>
            <p:nvPr/>
          </p:nvSpPr>
          <p:spPr>
            <a:xfrm>
              <a:off x="837316" y="4030990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C1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416A212-1FE9-3C12-2D57-8F1E0702B584}"/>
                </a:ext>
              </a:extLst>
            </p:cNvPr>
            <p:cNvSpPr/>
            <p:nvPr/>
          </p:nvSpPr>
          <p:spPr>
            <a:xfrm>
              <a:off x="1514142" y="4002428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C2</a:t>
              </a: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B732075-8278-2BDC-2478-66EFE2D82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315" y="4503565"/>
              <a:ext cx="87748" cy="1466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78D6D12-22FC-9C07-3EEE-B3F0D876CA74}"/>
                </a:ext>
              </a:extLst>
            </p:cNvPr>
            <p:cNvCxnSpPr>
              <a:cxnSpLocks/>
              <a:stCxn id="98" idx="3"/>
            </p:cNvCxnSpPr>
            <p:nvPr/>
          </p:nvCxnSpPr>
          <p:spPr>
            <a:xfrm flipH="1">
              <a:off x="1506907" y="4452709"/>
              <a:ext cx="84491" cy="2601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C69CB24-C208-2A46-86CB-1BC0C06BA6AA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287599" y="4481271"/>
              <a:ext cx="62169" cy="231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48A4B5D-818E-9E4F-D072-CAC0CB61393A}"/>
                </a:ext>
              </a:extLst>
            </p:cNvPr>
            <p:cNvCxnSpPr>
              <a:cxnSpLocks/>
            </p:cNvCxnSpPr>
            <p:nvPr/>
          </p:nvCxnSpPr>
          <p:spPr>
            <a:xfrm>
              <a:off x="1956635" y="4438793"/>
              <a:ext cx="136746" cy="2366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D14EAD1-EE1C-E36F-2D4A-E0AEBAE06236}"/>
                </a:ext>
              </a:extLst>
            </p:cNvPr>
            <p:cNvSpPr/>
            <p:nvPr/>
          </p:nvSpPr>
          <p:spPr>
            <a:xfrm>
              <a:off x="3878367" y="3790251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C1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4451B0F-1D7F-A8AD-D409-AEDFCE907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3452" y="4283980"/>
              <a:ext cx="87748" cy="1466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C186A7D-81AB-D2CE-CAF8-E503C65EE556}"/>
                </a:ext>
              </a:extLst>
            </p:cNvPr>
            <p:cNvCxnSpPr>
              <a:cxnSpLocks/>
            </p:cNvCxnSpPr>
            <p:nvPr/>
          </p:nvCxnSpPr>
          <p:spPr>
            <a:xfrm>
              <a:off x="4343736" y="4261687"/>
              <a:ext cx="62169" cy="231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64011F9-309A-F044-C0F0-906D22302BA3}"/>
                </a:ext>
              </a:extLst>
            </p:cNvPr>
            <p:cNvSpPr/>
            <p:nvPr/>
          </p:nvSpPr>
          <p:spPr>
            <a:xfrm>
              <a:off x="4368583" y="3165573"/>
              <a:ext cx="527539" cy="5275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80" dirty="0"/>
                <a:t>C2</a:t>
              </a: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712C241-4E3C-25BF-9CA9-657415CE91D5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 flipH="1">
              <a:off x="4396004" y="3615855"/>
              <a:ext cx="49835" cy="1264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CA537C-89E7-B65D-F823-1F8B0002F400}"/>
                </a:ext>
              </a:extLst>
            </p:cNvPr>
            <p:cNvCxnSpPr>
              <a:cxnSpLocks/>
            </p:cNvCxnSpPr>
            <p:nvPr/>
          </p:nvCxnSpPr>
          <p:spPr>
            <a:xfrm>
              <a:off x="4811076" y="3601937"/>
              <a:ext cx="85044" cy="140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85999E5-2723-F742-F20A-4B317352249F}"/>
                </a:ext>
              </a:extLst>
            </p:cNvPr>
            <p:cNvSpPr txBox="1"/>
            <p:nvPr/>
          </p:nvSpPr>
          <p:spPr>
            <a:xfrm>
              <a:off x="140005" y="4837203"/>
              <a:ext cx="24497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80" dirty="0"/>
                <a:t>Before fixing, all black height already equal, only consequent red violation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4A069EB-F4E3-F06E-DF10-A2B06443FAD1}"/>
                </a:ext>
              </a:extLst>
            </p:cNvPr>
            <p:cNvSpPr txBox="1"/>
            <p:nvPr/>
          </p:nvSpPr>
          <p:spPr>
            <a:xfrm>
              <a:off x="3355495" y="4787382"/>
              <a:ext cx="2449700" cy="590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80" dirty="0"/>
                <a:t>First rotation doesn’t change Black height</a:t>
              </a:r>
            </a:p>
            <a:p>
              <a:r>
                <a:rPr lang="en-US" sz="1080" dirty="0"/>
                <a:t>Now it turns into 4.3 condition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95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75</Words>
  <Application>Microsoft Office PowerPoint</Application>
  <PresentationFormat>Custom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rust gamer</dc:creator>
  <cp:lastModifiedBy>rust gamer</cp:lastModifiedBy>
  <cp:revision>3</cp:revision>
  <dcterms:created xsi:type="dcterms:W3CDTF">2026-01-25T09:08:00Z</dcterms:created>
  <dcterms:modified xsi:type="dcterms:W3CDTF">2026-01-25T10:02:46Z</dcterms:modified>
</cp:coreProperties>
</file>