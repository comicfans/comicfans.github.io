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2860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6" autoAdjust="0"/>
    <p:restoredTop sz="94660"/>
  </p:normalViewPr>
  <p:slideViewPr>
    <p:cSldViewPr snapToGrid="0">
      <p:cViewPr>
        <p:scale>
          <a:sx n="66" d="100"/>
          <a:sy n="66" d="100"/>
        </p:scale>
        <p:origin x="1356" y="20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0" y="1122363"/>
            <a:ext cx="17145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3602038"/>
            <a:ext cx="17145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437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901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19" y="1709739"/>
            <a:ext cx="1971675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19" y="4589464"/>
            <a:ext cx="1971675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730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1825625"/>
            <a:ext cx="97155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1825625"/>
            <a:ext cx="97155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446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365126"/>
            <a:ext cx="1971675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3" y="1681163"/>
            <a:ext cx="967085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3" y="2505075"/>
            <a:ext cx="967085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5" y="1681163"/>
            <a:ext cx="971847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5" y="2505075"/>
            <a:ext cx="971847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537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045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88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4" y="457200"/>
            <a:ext cx="737294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987426"/>
            <a:ext cx="115728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4" y="2057400"/>
            <a:ext cx="7372944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2769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4" y="457200"/>
            <a:ext cx="7372944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987426"/>
            <a:ext cx="11572875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4" y="2057400"/>
            <a:ext cx="7372944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490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918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7" y="365125"/>
            <a:ext cx="4929188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5" y="365125"/>
            <a:ext cx="14501813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035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365126"/>
            <a:ext cx="197167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1825625"/>
            <a:ext cx="197167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6356351"/>
            <a:ext cx="51435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E0DEBB-0D6B-4341-BB60-B32C337DADC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6356351"/>
            <a:ext cx="77152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6356351"/>
            <a:ext cx="51435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435E21-E922-4ACC-AF55-2EE7E6D986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304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741EB74C-0BAA-AC2E-9364-5F7B746C5C5C}"/>
              </a:ext>
            </a:extLst>
          </p:cNvPr>
          <p:cNvGrpSpPr/>
          <p:nvPr/>
        </p:nvGrpSpPr>
        <p:grpSpPr>
          <a:xfrm>
            <a:off x="344592" y="1084663"/>
            <a:ext cx="3516924" cy="3392171"/>
            <a:chOff x="410306" y="1008184"/>
            <a:chExt cx="3516924" cy="339217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B4F7CB8-A812-E424-5138-E1B7DD688EFE}"/>
                </a:ext>
              </a:extLst>
            </p:cNvPr>
            <p:cNvSpPr/>
            <p:nvPr/>
          </p:nvSpPr>
          <p:spPr>
            <a:xfrm>
              <a:off x="2168769" y="1008184"/>
              <a:ext cx="879231" cy="879231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30E7F6B-2551-9996-88FF-FFA89803AC1A}"/>
                </a:ext>
              </a:extLst>
            </p:cNvPr>
            <p:cNvSpPr/>
            <p:nvPr/>
          </p:nvSpPr>
          <p:spPr>
            <a:xfrm>
              <a:off x="2168768" y="3124200"/>
              <a:ext cx="879231" cy="879231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A806BF4-060F-D32E-B414-D4DA82038704}"/>
                </a:ext>
              </a:extLst>
            </p:cNvPr>
            <p:cNvSpPr/>
            <p:nvPr/>
          </p:nvSpPr>
          <p:spPr>
            <a:xfrm>
              <a:off x="1289537" y="2066192"/>
              <a:ext cx="879231" cy="879231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1E7EA-D369-403E-39F3-0C66527BE426}"/>
                </a:ext>
              </a:extLst>
            </p:cNvPr>
            <p:cNvSpPr/>
            <p:nvPr/>
          </p:nvSpPr>
          <p:spPr>
            <a:xfrm>
              <a:off x="3047999" y="2066191"/>
              <a:ext cx="879231" cy="879231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54CB6CA-74EB-2335-778A-BC0FB8519244}"/>
                </a:ext>
              </a:extLst>
            </p:cNvPr>
            <p:cNvSpPr/>
            <p:nvPr/>
          </p:nvSpPr>
          <p:spPr>
            <a:xfrm>
              <a:off x="410306" y="3124199"/>
              <a:ext cx="879231" cy="879231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786960E-9042-2614-357B-3641E500AA60}"/>
                </a:ext>
              </a:extLst>
            </p:cNvPr>
            <p:cNvCxnSpPr>
              <a:stCxn id="4" idx="3"/>
              <a:endCxn id="6" idx="7"/>
            </p:cNvCxnSpPr>
            <p:nvPr/>
          </p:nvCxnSpPr>
          <p:spPr>
            <a:xfrm flipH="1">
              <a:off x="2040008" y="1758655"/>
              <a:ext cx="257521" cy="436297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C10AA46-D3DE-837A-92F5-18BE9FD2CF31}"/>
                </a:ext>
              </a:extLst>
            </p:cNvPr>
            <p:cNvCxnSpPr>
              <a:stCxn id="4" idx="5"/>
              <a:endCxn id="7" idx="1"/>
            </p:cNvCxnSpPr>
            <p:nvPr/>
          </p:nvCxnSpPr>
          <p:spPr>
            <a:xfrm>
              <a:off x="2919240" y="1758655"/>
              <a:ext cx="257519" cy="43629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F115935-7241-90BD-CAF4-B782DE4EABF8}"/>
                </a:ext>
              </a:extLst>
            </p:cNvPr>
            <p:cNvCxnSpPr>
              <a:cxnSpLocks/>
              <a:stCxn id="6" idx="5"/>
              <a:endCxn id="5" idx="1"/>
            </p:cNvCxnSpPr>
            <p:nvPr/>
          </p:nvCxnSpPr>
          <p:spPr>
            <a:xfrm>
              <a:off x="2040008" y="2816663"/>
              <a:ext cx="257520" cy="4362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2BCD21-A997-1773-517F-4754473BE65D}"/>
                </a:ext>
              </a:extLst>
            </p:cNvPr>
            <p:cNvCxnSpPr>
              <a:cxnSpLocks/>
              <a:stCxn id="6" idx="3"/>
              <a:endCxn id="8" idx="7"/>
            </p:cNvCxnSpPr>
            <p:nvPr/>
          </p:nvCxnSpPr>
          <p:spPr>
            <a:xfrm flipH="1">
              <a:off x="1160777" y="2816663"/>
              <a:ext cx="257520" cy="43629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8AC2237-1EEB-C010-B163-2D3C2570F4CB}"/>
                </a:ext>
              </a:extLst>
            </p:cNvPr>
            <p:cNvCxnSpPr>
              <a:cxnSpLocks/>
            </p:cNvCxnSpPr>
            <p:nvPr/>
          </p:nvCxnSpPr>
          <p:spPr>
            <a:xfrm>
              <a:off x="2813730" y="3964058"/>
              <a:ext cx="257520" cy="43629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0038306-03CE-AC06-2992-02F91537050B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 flipH="1">
              <a:off x="2145517" y="3874671"/>
              <a:ext cx="152011" cy="52568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3C56BCD-55B4-8EC0-7CA6-1CA1E82DFF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4475" y="3964058"/>
              <a:ext cx="105073" cy="3072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CE352C4-E3E0-BD57-10FC-6685DF82274F}"/>
                </a:ext>
              </a:extLst>
            </p:cNvPr>
            <p:cNvCxnSpPr>
              <a:cxnSpLocks/>
            </p:cNvCxnSpPr>
            <p:nvPr/>
          </p:nvCxnSpPr>
          <p:spPr>
            <a:xfrm>
              <a:off x="1017432" y="3935070"/>
              <a:ext cx="73160" cy="3757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Arrow: Curved Up 28">
              <a:extLst>
                <a:ext uri="{FF2B5EF4-FFF2-40B4-BE49-F238E27FC236}">
                  <a16:creationId xmlns:a16="http://schemas.microsoft.com/office/drawing/2014/main" id="{EFE0683E-F947-58A7-F1A0-C2F7F4848A34}"/>
                </a:ext>
              </a:extLst>
            </p:cNvPr>
            <p:cNvSpPr/>
            <p:nvPr/>
          </p:nvSpPr>
          <p:spPr>
            <a:xfrm rot="10800000">
              <a:off x="1277911" y="3042234"/>
              <a:ext cx="879231" cy="428088"/>
            </a:xfrm>
            <a:prstGeom prst="curved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17E7773B-29E7-91CC-1328-D84E1DD1E0CE}"/>
              </a:ext>
            </a:extLst>
          </p:cNvPr>
          <p:cNvSpPr/>
          <p:nvPr/>
        </p:nvSpPr>
        <p:spPr>
          <a:xfrm>
            <a:off x="7296579" y="758198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633009A-CF9B-E185-BF6C-497A2173B31D}"/>
              </a:ext>
            </a:extLst>
          </p:cNvPr>
          <p:cNvSpPr/>
          <p:nvPr/>
        </p:nvSpPr>
        <p:spPr>
          <a:xfrm>
            <a:off x="6691958" y="1857334"/>
            <a:ext cx="879231" cy="87923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FCB32AA-D11A-CA31-77B9-6CB4E05A35B7}"/>
              </a:ext>
            </a:extLst>
          </p:cNvPr>
          <p:cNvSpPr/>
          <p:nvPr/>
        </p:nvSpPr>
        <p:spPr>
          <a:xfrm>
            <a:off x="5812727" y="2895902"/>
            <a:ext cx="879231" cy="87923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742E342-4D0E-EC2B-AB3F-A55306F8CF02}"/>
              </a:ext>
            </a:extLst>
          </p:cNvPr>
          <p:cNvSpPr/>
          <p:nvPr/>
        </p:nvSpPr>
        <p:spPr>
          <a:xfrm>
            <a:off x="8175809" y="1816205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C7FAFEC-CE48-31F1-1796-37B1268C03C7}"/>
              </a:ext>
            </a:extLst>
          </p:cNvPr>
          <p:cNvCxnSpPr>
            <a:cxnSpLocks/>
            <a:stCxn id="32" idx="3"/>
            <a:endCxn id="33" idx="0"/>
          </p:cNvCxnSpPr>
          <p:nvPr/>
        </p:nvCxnSpPr>
        <p:spPr>
          <a:xfrm flipH="1">
            <a:off x="7131574" y="1508669"/>
            <a:ext cx="293765" cy="348665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D78B819-EAE6-AC81-5D01-A409CFEE25D5}"/>
              </a:ext>
            </a:extLst>
          </p:cNvPr>
          <p:cNvCxnSpPr>
            <a:stCxn id="32" idx="5"/>
            <a:endCxn id="35" idx="1"/>
          </p:cNvCxnSpPr>
          <p:nvPr/>
        </p:nvCxnSpPr>
        <p:spPr>
          <a:xfrm>
            <a:off x="8047050" y="1508667"/>
            <a:ext cx="257519" cy="4362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DED9CA0-3A90-800A-C8A3-F0D7DD86E450}"/>
              </a:ext>
            </a:extLst>
          </p:cNvPr>
          <p:cNvCxnSpPr>
            <a:cxnSpLocks/>
            <a:stCxn id="34" idx="5"/>
          </p:cNvCxnSpPr>
          <p:nvPr/>
        </p:nvCxnSpPr>
        <p:spPr>
          <a:xfrm>
            <a:off x="6563198" y="3646373"/>
            <a:ext cx="290685" cy="8107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8C55A89-5BB0-5CEB-A1DD-6DABB2E85A19}"/>
              </a:ext>
            </a:extLst>
          </p:cNvPr>
          <p:cNvCxnSpPr>
            <a:cxnSpLocks/>
            <a:stCxn id="34" idx="3"/>
            <a:endCxn id="36" idx="7"/>
          </p:cNvCxnSpPr>
          <p:nvPr/>
        </p:nvCxnSpPr>
        <p:spPr>
          <a:xfrm flipH="1">
            <a:off x="5598561" y="3646371"/>
            <a:ext cx="342924" cy="5341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56B485C-C9D2-2024-6CD5-E3F6E275199E}"/>
              </a:ext>
            </a:extLst>
          </p:cNvPr>
          <p:cNvCxnSpPr>
            <a:cxnSpLocks/>
          </p:cNvCxnSpPr>
          <p:nvPr/>
        </p:nvCxnSpPr>
        <p:spPr>
          <a:xfrm>
            <a:off x="7376388" y="2639753"/>
            <a:ext cx="257520" cy="4362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58DAD22-3D84-EAF4-25B1-D6CDED8F50AC}"/>
              </a:ext>
            </a:extLst>
          </p:cNvPr>
          <p:cNvCxnSpPr>
            <a:cxnSpLocks/>
            <a:stCxn id="33" idx="3"/>
            <a:endCxn id="34" idx="7"/>
          </p:cNvCxnSpPr>
          <p:nvPr/>
        </p:nvCxnSpPr>
        <p:spPr>
          <a:xfrm flipH="1">
            <a:off x="6563196" y="2607805"/>
            <a:ext cx="257520" cy="4168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34116A6-CCDC-E175-CCEE-F930117F1DEE}"/>
              </a:ext>
            </a:extLst>
          </p:cNvPr>
          <p:cNvGrpSpPr/>
          <p:nvPr/>
        </p:nvGrpSpPr>
        <p:grpSpPr>
          <a:xfrm>
            <a:off x="4824841" y="4051745"/>
            <a:ext cx="1099085" cy="1412632"/>
            <a:chOff x="4067711" y="3179882"/>
            <a:chExt cx="1099085" cy="1412632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AE3F6121-15BF-A581-0D72-EB11A55238C9}"/>
                </a:ext>
              </a:extLst>
            </p:cNvPr>
            <p:cNvSpPr/>
            <p:nvPr/>
          </p:nvSpPr>
          <p:spPr>
            <a:xfrm>
              <a:off x="4090962" y="3179882"/>
              <a:ext cx="879231" cy="879231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DE8B31DB-5C8A-CEE8-ED30-403F12623A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67711" y="4019741"/>
              <a:ext cx="292493" cy="57277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45514DA-0279-C276-9F19-096C6CBCC53D}"/>
                </a:ext>
              </a:extLst>
            </p:cNvPr>
            <p:cNvCxnSpPr>
              <a:cxnSpLocks/>
              <a:stCxn id="36" idx="5"/>
            </p:cNvCxnSpPr>
            <p:nvPr/>
          </p:nvCxnSpPr>
          <p:spPr>
            <a:xfrm>
              <a:off x="4841433" y="3930353"/>
              <a:ext cx="325363" cy="662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A6AE1A3-2E49-0757-6867-14EC8D856901}"/>
              </a:ext>
            </a:extLst>
          </p:cNvPr>
          <p:cNvCxnSpPr>
            <a:cxnSpLocks/>
          </p:cNvCxnSpPr>
          <p:nvPr/>
        </p:nvCxnSpPr>
        <p:spPr>
          <a:xfrm>
            <a:off x="3649423" y="2989953"/>
            <a:ext cx="290685" cy="8107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8B6D1ED-BE63-4DE9-8C6F-01D4EE8C100F}"/>
              </a:ext>
            </a:extLst>
          </p:cNvPr>
          <p:cNvCxnSpPr>
            <a:cxnSpLocks/>
            <a:stCxn id="7" idx="4"/>
          </p:cNvCxnSpPr>
          <p:nvPr/>
        </p:nvCxnSpPr>
        <p:spPr>
          <a:xfrm flipH="1">
            <a:off x="3196448" y="3021897"/>
            <a:ext cx="225452" cy="6957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Arrow: Curved Down 61">
            <a:extLst>
              <a:ext uri="{FF2B5EF4-FFF2-40B4-BE49-F238E27FC236}">
                <a16:creationId xmlns:a16="http://schemas.microsoft.com/office/drawing/2014/main" id="{03D372B4-5CA1-6D04-5FEE-4A20931EDC1C}"/>
              </a:ext>
            </a:extLst>
          </p:cNvPr>
          <p:cNvSpPr/>
          <p:nvPr/>
        </p:nvSpPr>
        <p:spPr>
          <a:xfrm>
            <a:off x="7462240" y="1669682"/>
            <a:ext cx="730658" cy="348665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C79D201-EB12-17E6-107F-023C43F648D8}"/>
              </a:ext>
            </a:extLst>
          </p:cNvPr>
          <p:cNvCxnSpPr>
            <a:cxnSpLocks/>
          </p:cNvCxnSpPr>
          <p:nvPr/>
        </p:nvCxnSpPr>
        <p:spPr>
          <a:xfrm flipH="1">
            <a:off x="8267868" y="2639751"/>
            <a:ext cx="163198" cy="4038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4F56411-7FB1-5209-11B8-8A7A3F22E464}"/>
              </a:ext>
            </a:extLst>
          </p:cNvPr>
          <p:cNvCxnSpPr>
            <a:cxnSpLocks/>
          </p:cNvCxnSpPr>
          <p:nvPr/>
        </p:nvCxnSpPr>
        <p:spPr>
          <a:xfrm>
            <a:off x="8794162" y="2616524"/>
            <a:ext cx="203353" cy="3734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45C58CC5-8C51-1F56-1E09-DBF2C4C8EB7C}"/>
              </a:ext>
            </a:extLst>
          </p:cNvPr>
          <p:cNvSpPr/>
          <p:nvPr/>
        </p:nvSpPr>
        <p:spPr>
          <a:xfrm>
            <a:off x="13768235" y="2228137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F461D42A-36C1-0ED0-3935-E455B3AB3112}"/>
              </a:ext>
            </a:extLst>
          </p:cNvPr>
          <p:cNvSpPr/>
          <p:nvPr/>
        </p:nvSpPr>
        <p:spPr>
          <a:xfrm>
            <a:off x="12545570" y="1170130"/>
            <a:ext cx="879231" cy="87923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610B6C8-2E98-D33B-84D5-296E52FEEDB7}"/>
              </a:ext>
            </a:extLst>
          </p:cNvPr>
          <p:cNvSpPr/>
          <p:nvPr/>
        </p:nvSpPr>
        <p:spPr>
          <a:xfrm>
            <a:off x="11265887" y="2249827"/>
            <a:ext cx="879231" cy="87923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4A0E971-1E56-FFB9-3957-C32BD2883D27}"/>
              </a:ext>
            </a:extLst>
          </p:cNvPr>
          <p:cNvSpPr/>
          <p:nvPr/>
        </p:nvSpPr>
        <p:spPr>
          <a:xfrm>
            <a:off x="14643058" y="3382024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84556A7-ECEA-122A-3C3A-C4DABFAA311C}"/>
              </a:ext>
            </a:extLst>
          </p:cNvPr>
          <p:cNvCxnSpPr>
            <a:cxnSpLocks/>
            <a:stCxn id="66" idx="0"/>
            <a:endCxn id="67" idx="5"/>
          </p:cNvCxnSpPr>
          <p:nvPr/>
        </p:nvCxnSpPr>
        <p:spPr>
          <a:xfrm flipH="1" flipV="1">
            <a:off x="13296039" y="1920599"/>
            <a:ext cx="911810" cy="30753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981D046-ABF6-D8C4-513E-AE315A920D94}"/>
              </a:ext>
            </a:extLst>
          </p:cNvPr>
          <p:cNvCxnSpPr>
            <a:stCxn id="66" idx="5"/>
            <a:endCxn id="69" idx="1"/>
          </p:cNvCxnSpPr>
          <p:nvPr/>
        </p:nvCxnSpPr>
        <p:spPr>
          <a:xfrm>
            <a:off x="14518704" y="2978606"/>
            <a:ext cx="253112" cy="5321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C44EB5B-B924-9394-C472-A2F1725180AF}"/>
              </a:ext>
            </a:extLst>
          </p:cNvPr>
          <p:cNvCxnSpPr>
            <a:cxnSpLocks/>
            <a:stCxn id="68" idx="5"/>
          </p:cNvCxnSpPr>
          <p:nvPr/>
        </p:nvCxnSpPr>
        <p:spPr>
          <a:xfrm>
            <a:off x="12016358" y="3000296"/>
            <a:ext cx="358653" cy="5341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0732301-9B2F-E57B-D1FA-C0B43F3BC30F}"/>
              </a:ext>
            </a:extLst>
          </p:cNvPr>
          <p:cNvCxnSpPr>
            <a:cxnSpLocks/>
            <a:stCxn id="68" idx="3"/>
            <a:endCxn id="77" idx="7"/>
          </p:cNvCxnSpPr>
          <p:nvPr/>
        </p:nvCxnSpPr>
        <p:spPr>
          <a:xfrm flipH="1">
            <a:off x="11051721" y="3000296"/>
            <a:ext cx="342924" cy="5341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3F6DCD9-2EEB-B7B0-53A3-1237AFF90540}"/>
              </a:ext>
            </a:extLst>
          </p:cNvPr>
          <p:cNvCxnSpPr>
            <a:cxnSpLocks/>
            <a:stCxn id="67" idx="3"/>
            <a:endCxn id="68" idx="7"/>
          </p:cNvCxnSpPr>
          <p:nvPr/>
        </p:nvCxnSpPr>
        <p:spPr>
          <a:xfrm flipH="1">
            <a:off x="12016356" y="1920599"/>
            <a:ext cx="657972" cy="4579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C77CA36-4025-5D97-BDDF-72924E0E472A}"/>
              </a:ext>
            </a:extLst>
          </p:cNvPr>
          <p:cNvGrpSpPr/>
          <p:nvPr/>
        </p:nvGrpSpPr>
        <p:grpSpPr>
          <a:xfrm>
            <a:off x="10278001" y="3405670"/>
            <a:ext cx="1099085" cy="1412632"/>
            <a:chOff x="4067711" y="3179882"/>
            <a:chExt cx="1099085" cy="1412632"/>
          </a:xfrm>
        </p:grpSpPr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014FF677-A5F5-3523-E8A7-C8881113F9A8}"/>
                </a:ext>
              </a:extLst>
            </p:cNvPr>
            <p:cNvSpPr/>
            <p:nvPr/>
          </p:nvSpPr>
          <p:spPr>
            <a:xfrm>
              <a:off x="4090962" y="3179882"/>
              <a:ext cx="879231" cy="879231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3B780698-4C09-DE72-DF14-9F13CBA269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67711" y="4019741"/>
              <a:ext cx="292493" cy="57277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262930B7-C41A-1248-55A6-8D24C363EFDE}"/>
                </a:ext>
              </a:extLst>
            </p:cNvPr>
            <p:cNvCxnSpPr>
              <a:cxnSpLocks/>
              <a:stCxn id="77" idx="5"/>
            </p:cNvCxnSpPr>
            <p:nvPr/>
          </p:nvCxnSpPr>
          <p:spPr>
            <a:xfrm>
              <a:off x="4841433" y="3930353"/>
              <a:ext cx="325363" cy="662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467BD60-1C5D-79DC-2824-98D5D04C1783}"/>
              </a:ext>
            </a:extLst>
          </p:cNvPr>
          <p:cNvCxnSpPr>
            <a:cxnSpLocks/>
            <a:stCxn id="69" idx="3"/>
          </p:cNvCxnSpPr>
          <p:nvPr/>
        </p:nvCxnSpPr>
        <p:spPr>
          <a:xfrm flipH="1">
            <a:off x="14643056" y="4132493"/>
            <a:ext cx="128760" cy="594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9779D45-AFC8-84A8-3DDE-84BF76E31DA4}"/>
              </a:ext>
            </a:extLst>
          </p:cNvPr>
          <p:cNvCxnSpPr>
            <a:cxnSpLocks/>
            <a:stCxn id="69" idx="5"/>
          </p:cNvCxnSpPr>
          <p:nvPr/>
        </p:nvCxnSpPr>
        <p:spPr>
          <a:xfrm>
            <a:off x="15393527" y="4132495"/>
            <a:ext cx="317278" cy="5121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64BD572-BBA9-4DCB-D41A-4CC4FE722C64}"/>
              </a:ext>
            </a:extLst>
          </p:cNvPr>
          <p:cNvCxnSpPr>
            <a:cxnSpLocks/>
          </p:cNvCxnSpPr>
          <p:nvPr/>
        </p:nvCxnSpPr>
        <p:spPr>
          <a:xfrm flipH="1">
            <a:off x="13869368" y="3053216"/>
            <a:ext cx="184677" cy="4270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7CFA8940-39BC-A103-7FD6-FA2B5E001579}"/>
              </a:ext>
            </a:extLst>
          </p:cNvPr>
          <p:cNvSpPr/>
          <p:nvPr/>
        </p:nvSpPr>
        <p:spPr>
          <a:xfrm>
            <a:off x="1395526" y="4432316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47B982BB-F4A8-A08E-BA99-99A68947B0F4}"/>
              </a:ext>
            </a:extLst>
          </p:cNvPr>
          <p:cNvSpPr/>
          <p:nvPr/>
        </p:nvSpPr>
        <p:spPr>
          <a:xfrm>
            <a:off x="2523569" y="4384712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59A17A-F0A1-16C2-E39E-DA5C4114F73B}"/>
              </a:ext>
            </a:extLst>
          </p:cNvPr>
          <p:cNvCxnSpPr>
            <a:cxnSpLocks/>
          </p:cNvCxnSpPr>
          <p:nvPr/>
        </p:nvCxnSpPr>
        <p:spPr>
          <a:xfrm flipH="1">
            <a:off x="1395524" y="5219940"/>
            <a:ext cx="146246" cy="2444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5715A479-2C28-D41E-0905-AADF002C6E26}"/>
              </a:ext>
            </a:extLst>
          </p:cNvPr>
          <p:cNvCxnSpPr>
            <a:cxnSpLocks/>
            <a:stCxn id="98" idx="3"/>
          </p:cNvCxnSpPr>
          <p:nvPr/>
        </p:nvCxnSpPr>
        <p:spPr>
          <a:xfrm flipH="1">
            <a:off x="2511512" y="5135181"/>
            <a:ext cx="140817" cy="4335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F55592F-A77B-3BA0-CB29-C223C37285D4}"/>
              </a:ext>
            </a:extLst>
          </p:cNvPr>
          <p:cNvCxnSpPr>
            <a:cxnSpLocks/>
            <a:stCxn id="96" idx="5"/>
          </p:cNvCxnSpPr>
          <p:nvPr/>
        </p:nvCxnSpPr>
        <p:spPr>
          <a:xfrm>
            <a:off x="2145997" y="5182785"/>
            <a:ext cx="103615" cy="3859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0C73AA38-E34F-06CB-910D-69D1300FDE18}"/>
              </a:ext>
            </a:extLst>
          </p:cNvPr>
          <p:cNvCxnSpPr>
            <a:cxnSpLocks/>
          </p:cNvCxnSpPr>
          <p:nvPr/>
        </p:nvCxnSpPr>
        <p:spPr>
          <a:xfrm>
            <a:off x="3261058" y="5111988"/>
            <a:ext cx="227910" cy="3943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B22B2A15-F92D-410E-5545-D406B74EE6FA}"/>
              </a:ext>
            </a:extLst>
          </p:cNvPr>
          <p:cNvSpPr/>
          <p:nvPr/>
        </p:nvSpPr>
        <p:spPr>
          <a:xfrm>
            <a:off x="6463943" y="4031084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CB1CBA6D-52FD-02E5-B7CB-37BB8FF0CBE2}"/>
              </a:ext>
            </a:extLst>
          </p:cNvPr>
          <p:cNvCxnSpPr>
            <a:cxnSpLocks/>
          </p:cNvCxnSpPr>
          <p:nvPr/>
        </p:nvCxnSpPr>
        <p:spPr>
          <a:xfrm flipH="1">
            <a:off x="6489086" y="4853966"/>
            <a:ext cx="146246" cy="2444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1E6E851-E401-6BAD-834F-033260BB4773}"/>
              </a:ext>
            </a:extLst>
          </p:cNvPr>
          <p:cNvCxnSpPr>
            <a:cxnSpLocks/>
          </p:cNvCxnSpPr>
          <p:nvPr/>
        </p:nvCxnSpPr>
        <p:spPr>
          <a:xfrm>
            <a:off x="7239559" y="4816811"/>
            <a:ext cx="103615" cy="3859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Oval 114">
            <a:extLst>
              <a:ext uri="{FF2B5EF4-FFF2-40B4-BE49-F238E27FC236}">
                <a16:creationId xmlns:a16="http://schemas.microsoft.com/office/drawing/2014/main" id="{B5C44B34-0101-71F5-557D-E7B4319B1221}"/>
              </a:ext>
            </a:extLst>
          </p:cNvPr>
          <p:cNvSpPr/>
          <p:nvPr/>
        </p:nvSpPr>
        <p:spPr>
          <a:xfrm>
            <a:off x="7280971" y="2989953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EC303F48-C0F0-EB53-D7EB-B56B882C5A16}"/>
              </a:ext>
            </a:extLst>
          </p:cNvPr>
          <p:cNvCxnSpPr>
            <a:cxnSpLocks/>
            <a:stCxn id="115" idx="3"/>
          </p:cNvCxnSpPr>
          <p:nvPr/>
        </p:nvCxnSpPr>
        <p:spPr>
          <a:xfrm flipH="1">
            <a:off x="7326674" y="3740424"/>
            <a:ext cx="83057" cy="2107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7FDECA90-4CAD-94AA-470F-2ED90EA2F225}"/>
              </a:ext>
            </a:extLst>
          </p:cNvPr>
          <p:cNvCxnSpPr>
            <a:cxnSpLocks/>
          </p:cNvCxnSpPr>
          <p:nvPr/>
        </p:nvCxnSpPr>
        <p:spPr>
          <a:xfrm>
            <a:off x="8018460" y="3717229"/>
            <a:ext cx="141740" cy="2339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2B11ECDB-5E2A-6E97-30E7-2A0E64B0EB98}"/>
              </a:ext>
            </a:extLst>
          </p:cNvPr>
          <p:cNvSpPr/>
          <p:nvPr/>
        </p:nvSpPr>
        <p:spPr>
          <a:xfrm>
            <a:off x="11797558" y="3473147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B757B2C-563F-7B7F-ADA7-D56901A2B3FC}"/>
              </a:ext>
            </a:extLst>
          </p:cNvPr>
          <p:cNvCxnSpPr>
            <a:cxnSpLocks/>
          </p:cNvCxnSpPr>
          <p:nvPr/>
        </p:nvCxnSpPr>
        <p:spPr>
          <a:xfrm flipH="1">
            <a:off x="11832156" y="4296027"/>
            <a:ext cx="136793" cy="400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2CE44B38-FAC9-2EC2-4FD4-9652C78EB90D}"/>
              </a:ext>
            </a:extLst>
          </p:cNvPr>
          <p:cNvCxnSpPr>
            <a:cxnSpLocks/>
          </p:cNvCxnSpPr>
          <p:nvPr/>
        </p:nvCxnSpPr>
        <p:spPr>
          <a:xfrm>
            <a:off x="12573172" y="4258876"/>
            <a:ext cx="248924" cy="4375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826666E2-1EBB-93CB-067F-36E425446072}"/>
              </a:ext>
            </a:extLst>
          </p:cNvPr>
          <p:cNvSpPr/>
          <p:nvPr/>
        </p:nvSpPr>
        <p:spPr>
          <a:xfrm>
            <a:off x="13277168" y="3480041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9C1F9DC-1F9E-E182-C399-2DD83548A2C6}"/>
              </a:ext>
            </a:extLst>
          </p:cNvPr>
          <p:cNvCxnSpPr>
            <a:cxnSpLocks/>
          </p:cNvCxnSpPr>
          <p:nvPr/>
        </p:nvCxnSpPr>
        <p:spPr>
          <a:xfrm flipH="1">
            <a:off x="13315612" y="4291557"/>
            <a:ext cx="136793" cy="400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FEE5E9CF-B0EA-D180-3D78-A947EB9EFC5A}"/>
              </a:ext>
            </a:extLst>
          </p:cNvPr>
          <p:cNvCxnSpPr>
            <a:cxnSpLocks/>
          </p:cNvCxnSpPr>
          <p:nvPr/>
        </p:nvCxnSpPr>
        <p:spPr>
          <a:xfrm>
            <a:off x="13991688" y="4254406"/>
            <a:ext cx="248924" cy="4375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Oval 139">
            <a:extLst>
              <a:ext uri="{FF2B5EF4-FFF2-40B4-BE49-F238E27FC236}">
                <a16:creationId xmlns:a16="http://schemas.microsoft.com/office/drawing/2014/main" id="{4C59DBF0-6304-2BC2-6214-65158FCF4BCD}"/>
              </a:ext>
            </a:extLst>
          </p:cNvPr>
          <p:cNvSpPr/>
          <p:nvPr/>
        </p:nvSpPr>
        <p:spPr>
          <a:xfrm>
            <a:off x="20780197" y="2197241"/>
            <a:ext cx="879231" cy="87923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774094E5-B2F6-EA19-FD56-F12BFA6A3AF7}"/>
              </a:ext>
            </a:extLst>
          </p:cNvPr>
          <p:cNvSpPr/>
          <p:nvPr/>
        </p:nvSpPr>
        <p:spPr>
          <a:xfrm>
            <a:off x="19557532" y="1139234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</a:t>
            </a:r>
          </a:p>
        </p:txBody>
      </p:sp>
      <p:sp>
        <p:nvSpPr>
          <p:cNvPr id="142" name="Oval 141">
            <a:extLst>
              <a:ext uri="{FF2B5EF4-FFF2-40B4-BE49-F238E27FC236}">
                <a16:creationId xmlns:a16="http://schemas.microsoft.com/office/drawing/2014/main" id="{3B34A82D-CA22-0242-E8FD-E1E009E011D2}"/>
              </a:ext>
            </a:extLst>
          </p:cNvPr>
          <p:cNvSpPr/>
          <p:nvPr/>
        </p:nvSpPr>
        <p:spPr>
          <a:xfrm>
            <a:off x="18277849" y="2218931"/>
            <a:ext cx="879231" cy="879231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9C32469C-0302-AEA3-6AD8-1DCB3F8096BC}"/>
              </a:ext>
            </a:extLst>
          </p:cNvPr>
          <p:cNvSpPr/>
          <p:nvPr/>
        </p:nvSpPr>
        <p:spPr>
          <a:xfrm>
            <a:off x="21655020" y="3351128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</a:t>
            </a:r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A7771747-55D2-4033-82A2-79BE8B0145A2}"/>
              </a:ext>
            </a:extLst>
          </p:cNvPr>
          <p:cNvCxnSpPr>
            <a:cxnSpLocks/>
            <a:stCxn id="140" idx="0"/>
            <a:endCxn id="141" idx="5"/>
          </p:cNvCxnSpPr>
          <p:nvPr/>
        </p:nvCxnSpPr>
        <p:spPr>
          <a:xfrm flipH="1" flipV="1">
            <a:off x="20308001" y="1889703"/>
            <a:ext cx="911810" cy="30753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50B9D1CF-AE66-A858-0226-A76E48C2E859}"/>
              </a:ext>
            </a:extLst>
          </p:cNvPr>
          <p:cNvCxnSpPr>
            <a:stCxn id="140" idx="5"/>
            <a:endCxn id="143" idx="1"/>
          </p:cNvCxnSpPr>
          <p:nvPr/>
        </p:nvCxnSpPr>
        <p:spPr>
          <a:xfrm>
            <a:off x="21530666" y="2947710"/>
            <a:ext cx="253112" cy="5321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BD2C3B6C-B477-0A6C-F7F5-AB8082049896}"/>
              </a:ext>
            </a:extLst>
          </p:cNvPr>
          <p:cNvCxnSpPr>
            <a:cxnSpLocks/>
            <a:stCxn id="142" idx="5"/>
          </p:cNvCxnSpPr>
          <p:nvPr/>
        </p:nvCxnSpPr>
        <p:spPr>
          <a:xfrm>
            <a:off x="19028320" y="2969400"/>
            <a:ext cx="358653" cy="5341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AB3CBD43-BA80-2582-2ADF-AF0F57D1FD8A}"/>
              </a:ext>
            </a:extLst>
          </p:cNvPr>
          <p:cNvCxnSpPr>
            <a:cxnSpLocks/>
            <a:stCxn id="142" idx="3"/>
            <a:endCxn id="150" idx="7"/>
          </p:cNvCxnSpPr>
          <p:nvPr/>
        </p:nvCxnSpPr>
        <p:spPr>
          <a:xfrm flipH="1">
            <a:off x="18063683" y="2969400"/>
            <a:ext cx="342924" cy="5341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7FB49634-6F82-E411-BDF1-B77DE6BD0C88}"/>
              </a:ext>
            </a:extLst>
          </p:cNvPr>
          <p:cNvCxnSpPr>
            <a:cxnSpLocks/>
            <a:stCxn id="141" idx="3"/>
            <a:endCxn id="142" idx="7"/>
          </p:cNvCxnSpPr>
          <p:nvPr/>
        </p:nvCxnSpPr>
        <p:spPr>
          <a:xfrm flipH="1">
            <a:off x="19028318" y="1889703"/>
            <a:ext cx="657972" cy="4579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D4F3CECE-2093-EF1F-E9A1-00F19BA60EB6}"/>
              </a:ext>
            </a:extLst>
          </p:cNvPr>
          <p:cNvGrpSpPr/>
          <p:nvPr/>
        </p:nvGrpSpPr>
        <p:grpSpPr>
          <a:xfrm>
            <a:off x="17289963" y="3374774"/>
            <a:ext cx="1099085" cy="1412632"/>
            <a:chOff x="4067711" y="3179882"/>
            <a:chExt cx="1099085" cy="1412632"/>
          </a:xfrm>
        </p:grpSpPr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6D5F07BE-6069-47F7-E95B-044D63D98906}"/>
                </a:ext>
              </a:extLst>
            </p:cNvPr>
            <p:cNvSpPr/>
            <p:nvPr/>
          </p:nvSpPr>
          <p:spPr>
            <a:xfrm>
              <a:off x="4090962" y="3179882"/>
              <a:ext cx="879231" cy="879231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CF9A58A5-D181-105A-FE90-BA3BF5D5D5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67711" y="4019741"/>
              <a:ext cx="292493" cy="57277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46694E59-C20F-E220-B5CE-9D3B91E45F25}"/>
                </a:ext>
              </a:extLst>
            </p:cNvPr>
            <p:cNvCxnSpPr>
              <a:cxnSpLocks/>
              <a:stCxn id="150" idx="5"/>
            </p:cNvCxnSpPr>
            <p:nvPr/>
          </p:nvCxnSpPr>
          <p:spPr>
            <a:xfrm>
              <a:off x="4841433" y="3930353"/>
              <a:ext cx="325363" cy="6621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42124AF9-13FC-A3E9-8ED3-65296B2F02EF}"/>
              </a:ext>
            </a:extLst>
          </p:cNvPr>
          <p:cNvCxnSpPr>
            <a:cxnSpLocks/>
            <a:stCxn id="143" idx="3"/>
          </p:cNvCxnSpPr>
          <p:nvPr/>
        </p:nvCxnSpPr>
        <p:spPr>
          <a:xfrm flipH="1">
            <a:off x="21655018" y="4101597"/>
            <a:ext cx="128760" cy="594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D2DBA4E2-BC70-55A3-D8D3-E66348FC4DD3}"/>
              </a:ext>
            </a:extLst>
          </p:cNvPr>
          <p:cNvCxnSpPr>
            <a:cxnSpLocks/>
          </p:cNvCxnSpPr>
          <p:nvPr/>
        </p:nvCxnSpPr>
        <p:spPr>
          <a:xfrm>
            <a:off x="22312183" y="4158231"/>
            <a:ext cx="317278" cy="5121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7AB470B6-A9DC-E1C1-1433-9E0E1BE73EAC}"/>
              </a:ext>
            </a:extLst>
          </p:cNvPr>
          <p:cNvCxnSpPr>
            <a:cxnSpLocks/>
          </p:cNvCxnSpPr>
          <p:nvPr/>
        </p:nvCxnSpPr>
        <p:spPr>
          <a:xfrm flipH="1">
            <a:off x="20881330" y="3022320"/>
            <a:ext cx="184677" cy="4270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Oval 155">
            <a:extLst>
              <a:ext uri="{FF2B5EF4-FFF2-40B4-BE49-F238E27FC236}">
                <a16:creationId xmlns:a16="http://schemas.microsoft.com/office/drawing/2014/main" id="{DBF81A65-BEE8-0891-3534-E8000B420677}"/>
              </a:ext>
            </a:extLst>
          </p:cNvPr>
          <p:cNvSpPr/>
          <p:nvPr/>
        </p:nvSpPr>
        <p:spPr>
          <a:xfrm>
            <a:off x="18809520" y="3442251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18108CBB-FA30-E944-E3BD-A53465B5E4D7}"/>
              </a:ext>
            </a:extLst>
          </p:cNvPr>
          <p:cNvCxnSpPr>
            <a:cxnSpLocks/>
          </p:cNvCxnSpPr>
          <p:nvPr/>
        </p:nvCxnSpPr>
        <p:spPr>
          <a:xfrm flipH="1">
            <a:off x="18844118" y="4265131"/>
            <a:ext cx="136793" cy="400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EAFA0253-235C-FD86-2C8C-DF4CDCC04570}"/>
              </a:ext>
            </a:extLst>
          </p:cNvPr>
          <p:cNvCxnSpPr>
            <a:cxnSpLocks/>
          </p:cNvCxnSpPr>
          <p:nvPr/>
        </p:nvCxnSpPr>
        <p:spPr>
          <a:xfrm>
            <a:off x="19585134" y="4227980"/>
            <a:ext cx="248924" cy="4375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Oval 158">
            <a:extLst>
              <a:ext uri="{FF2B5EF4-FFF2-40B4-BE49-F238E27FC236}">
                <a16:creationId xmlns:a16="http://schemas.microsoft.com/office/drawing/2014/main" id="{0462DD6E-D850-EB72-CBD3-A6D1EFB8D833}"/>
              </a:ext>
            </a:extLst>
          </p:cNvPr>
          <p:cNvSpPr/>
          <p:nvPr/>
        </p:nvSpPr>
        <p:spPr>
          <a:xfrm>
            <a:off x="20289130" y="3449145"/>
            <a:ext cx="879231" cy="87923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954773B7-40AC-CEAC-15B7-30A0620A1341}"/>
              </a:ext>
            </a:extLst>
          </p:cNvPr>
          <p:cNvCxnSpPr>
            <a:cxnSpLocks/>
          </p:cNvCxnSpPr>
          <p:nvPr/>
        </p:nvCxnSpPr>
        <p:spPr>
          <a:xfrm flipH="1">
            <a:off x="20327574" y="4260661"/>
            <a:ext cx="136793" cy="400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3ABCD099-9797-03E6-3120-3A0D2AEC8896}"/>
              </a:ext>
            </a:extLst>
          </p:cNvPr>
          <p:cNvCxnSpPr>
            <a:cxnSpLocks/>
          </p:cNvCxnSpPr>
          <p:nvPr/>
        </p:nvCxnSpPr>
        <p:spPr>
          <a:xfrm>
            <a:off x="21003650" y="4223510"/>
            <a:ext cx="248924" cy="4375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3EFE5001-6814-AD2B-D8CF-646D854FB651}"/>
              </a:ext>
            </a:extLst>
          </p:cNvPr>
          <p:cNvSpPr txBox="1"/>
          <p:nvPr/>
        </p:nvSpPr>
        <p:spPr>
          <a:xfrm>
            <a:off x="233340" y="5776005"/>
            <a:ext cx="408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 fixing, all black height already equal, only consequent red violation</a:t>
            </a:r>
          </a:p>
        </p:txBody>
      </p:sp>
      <p:sp>
        <p:nvSpPr>
          <p:cNvPr id="164" name="Arrow: Up 163">
            <a:extLst>
              <a:ext uri="{FF2B5EF4-FFF2-40B4-BE49-F238E27FC236}">
                <a16:creationId xmlns:a16="http://schemas.microsoft.com/office/drawing/2014/main" id="{010780ED-6012-092C-24E5-4A02AB14FB49}"/>
              </a:ext>
            </a:extLst>
          </p:cNvPr>
          <p:cNvSpPr/>
          <p:nvPr/>
        </p:nvSpPr>
        <p:spPr>
          <a:xfrm rot="16200000">
            <a:off x="13552023" y="951656"/>
            <a:ext cx="198230" cy="635173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Arrow: Up 164">
            <a:extLst>
              <a:ext uri="{FF2B5EF4-FFF2-40B4-BE49-F238E27FC236}">
                <a16:creationId xmlns:a16="http://schemas.microsoft.com/office/drawing/2014/main" id="{94CAD78C-3429-D8B4-F506-58DF4E92CD51}"/>
              </a:ext>
            </a:extLst>
          </p:cNvPr>
          <p:cNvSpPr/>
          <p:nvPr/>
        </p:nvSpPr>
        <p:spPr>
          <a:xfrm rot="10800000">
            <a:off x="14201561" y="1547892"/>
            <a:ext cx="198230" cy="635173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D3AB9132-D406-6537-7708-488E46AFC4AF}"/>
              </a:ext>
            </a:extLst>
          </p:cNvPr>
          <p:cNvSpPr txBox="1"/>
          <p:nvPr/>
        </p:nvSpPr>
        <p:spPr>
          <a:xfrm>
            <a:off x="13978550" y="1160868"/>
            <a:ext cx="1281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Recolor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1C85E2E-66C1-C5CF-E90A-A9EFB0E5261A}"/>
              </a:ext>
            </a:extLst>
          </p:cNvPr>
          <p:cNvSpPr txBox="1"/>
          <p:nvPr/>
        </p:nvSpPr>
        <p:spPr>
          <a:xfrm>
            <a:off x="5592491" y="5692969"/>
            <a:ext cx="408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rotation doesn’t change Black height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BC01D709-E483-0E34-53D3-C6A49F1738A9}"/>
              </a:ext>
            </a:extLst>
          </p:cNvPr>
          <p:cNvSpPr txBox="1"/>
          <p:nvPr/>
        </p:nvSpPr>
        <p:spPr>
          <a:xfrm>
            <a:off x="11051721" y="5654369"/>
            <a:ext cx="5110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second rotation doesn’t change black height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7447588-5852-1D8F-C352-2DCDF5B7CD7C}"/>
              </a:ext>
            </a:extLst>
          </p:cNvPr>
          <p:cNvSpPr txBox="1"/>
          <p:nvPr/>
        </p:nvSpPr>
        <p:spPr>
          <a:xfrm>
            <a:off x="17881395" y="5591339"/>
            <a:ext cx="5110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 we push the extra red into sibling tree</a:t>
            </a:r>
          </a:p>
        </p:txBody>
      </p:sp>
    </p:spTree>
    <p:extLst>
      <p:ext uri="{BB962C8B-B14F-4D97-AF65-F5344CB8AC3E}">
        <p14:creationId xmlns:p14="http://schemas.microsoft.com/office/powerpoint/2010/main" val="6892611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</TotalTime>
  <Words>63</Words>
  <Application>Microsoft Office PowerPoint</Application>
  <PresentationFormat>Custom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rust gamer</dc:creator>
  <cp:lastModifiedBy>rust gamer</cp:lastModifiedBy>
  <cp:revision>1</cp:revision>
  <dcterms:created xsi:type="dcterms:W3CDTF">2026-01-25T09:08:00Z</dcterms:created>
  <dcterms:modified xsi:type="dcterms:W3CDTF">2026-01-25T09:36:51Z</dcterms:modified>
</cp:coreProperties>
</file>